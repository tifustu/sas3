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9" r:id="rId2"/>
  </p:sldMasterIdLst>
  <p:notesMasterIdLst>
    <p:notesMasterId r:id="rId29"/>
  </p:notesMasterIdLst>
  <p:sldIdLst>
    <p:sldId id="256" r:id="rId3"/>
    <p:sldId id="257" r:id="rId4"/>
    <p:sldId id="258" r:id="rId5"/>
    <p:sldId id="259" r:id="rId6"/>
    <p:sldId id="284"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iwRahXN2SycE01Rwoj+bTtg7Jbo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235" autoAdjust="0"/>
  </p:normalViewPr>
  <p:slideViewPr>
    <p:cSldViewPr snapToGrid="0">
      <p:cViewPr varScale="1">
        <p:scale>
          <a:sx n="90" d="100"/>
          <a:sy n="90" d="100"/>
        </p:scale>
        <p:origin x="82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de-DE" sz="1200" b="0" i="0" u="none" strike="noStrike" cap="none">
                <a:solidFill>
                  <a:schemeClr val="dk1"/>
                </a:solidFill>
                <a:latin typeface="Calibri"/>
                <a:ea typeface="Calibri"/>
                <a:cs typeface="Calibri"/>
                <a:sym typeface="Calibri"/>
              </a:rPr>
              <a:t>‹Nr.›</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 name="Google Shape;12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de-DE"/>
              <a:t>Ausbildungsbetrieb Landesbetrieb Mobilität Rheinland-Pfalz</a:t>
            </a:r>
            <a:endParaRPr/>
          </a:p>
          <a:p>
            <a:pPr marL="0" lvl="0" indent="0" algn="l" rtl="0">
              <a:lnSpc>
                <a:spcPct val="100000"/>
              </a:lnSpc>
              <a:spcBef>
                <a:spcPts val="0"/>
              </a:spcBef>
              <a:spcAft>
                <a:spcPts val="0"/>
              </a:spcAft>
              <a:buSzPts val="1400"/>
              <a:buNone/>
            </a:pPr>
            <a:r>
              <a:rPr lang="de-DE"/>
              <a:t>3200 Mitarbeiter in RLP</a:t>
            </a:r>
            <a:endParaRPr/>
          </a:p>
          <a:p>
            <a:pPr marL="0" lvl="0" indent="0" algn="l" rtl="0">
              <a:lnSpc>
                <a:spcPct val="100000"/>
              </a:lnSpc>
              <a:spcBef>
                <a:spcPts val="0"/>
              </a:spcBef>
              <a:spcAft>
                <a:spcPts val="0"/>
              </a:spcAft>
              <a:buSzPts val="1400"/>
              <a:buNone/>
            </a:pPr>
            <a:r>
              <a:rPr lang="de-DE"/>
              <a:t>Ministerium Wirtschaft Verkehr Landwirtschaft und Weinbau</a:t>
            </a:r>
            <a:endParaRPr/>
          </a:p>
          <a:p>
            <a:pPr marL="0" lvl="0" indent="0" algn="l" rtl="0">
              <a:lnSpc>
                <a:spcPct val="100000"/>
              </a:lnSpc>
              <a:spcBef>
                <a:spcPts val="0"/>
              </a:spcBef>
              <a:spcAft>
                <a:spcPts val="0"/>
              </a:spcAft>
              <a:buSzPts val="1400"/>
              <a:buNone/>
            </a:pPr>
            <a:r>
              <a:rPr lang="de-DE"/>
              <a:t>Obere Verkehrsbehörde </a:t>
            </a:r>
            <a:endParaRPr/>
          </a:p>
          <a:p>
            <a:pPr marL="0" lvl="0" indent="0" algn="l" rtl="0">
              <a:lnSpc>
                <a:spcPct val="100000"/>
              </a:lnSpc>
              <a:spcBef>
                <a:spcPts val="0"/>
              </a:spcBef>
              <a:spcAft>
                <a:spcPts val="0"/>
              </a:spcAft>
              <a:buSzPts val="1400"/>
              <a:buNone/>
            </a:pPr>
            <a:r>
              <a:rPr lang="de-DE"/>
              <a:t>Überwachung und </a:t>
            </a:r>
            <a:r>
              <a:rPr lang="de-DE" sz="1200" b="0" i="0">
                <a:solidFill>
                  <a:schemeClr val="dk1"/>
                </a:solidFill>
                <a:latin typeface="Calibri"/>
                <a:ea typeface="Calibri"/>
                <a:cs typeface="Calibri"/>
                <a:sym typeface="Calibri"/>
              </a:rPr>
              <a:t>Genehmigungsaufgaben </a:t>
            </a:r>
            <a:endParaRPr/>
          </a:p>
          <a:p>
            <a:pPr marL="0" lvl="0" indent="0" algn="l" rtl="0">
              <a:lnSpc>
                <a:spcPct val="100000"/>
              </a:lnSpc>
              <a:spcBef>
                <a:spcPts val="0"/>
              </a:spcBef>
              <a:spcAft>
                <a:spcPts val="0"/>
              </a:spcAft>
              <a:buSzPts val="1400"/>
              <a:buNone/>
            </a:pPr>
            <a:r>
              <a:rPr lang="de-DE"/>
              <a:t>zuständig in Themen rund um Straßen, Luft und Schienenverkehr</a:t>
            </a:r>
            <a:endParaRPr/>
          </a:p>
          <a:p>
            <a:pPr marL="0" lvl="0" indent="0" algn="l" rtl="0">
              <a:lnSpc>
                <a:spcPct val="100000"/>
              </a:lnSpc>
              <a:spcBef>
                <a:spcPts val="0"/>
              </a:spcBef>
              <a:spcAft>
                <a:spcPts val="0"/>
              </a:spcAft>
              <a:buSzPts val="1400"/>
              <a:buNone/>
            </a:pPr>
            <a:r>
              <a:rPr lang="de-DE"/>
              <a:t>Planung, Bau, Instandhaltung von Bundes, Landes und Kreisstraßen sowie Radwege</a:t>
            </a:r>
            <a:endParaRPr/>
          </a:p>
        </p:txBody>
      </p:sp>
      <p:sp>
        <p:nvSpPr>
          <p:cNvPr id="136" name="Google Shape;136;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Hauptsitz</a:t>
            </a:r>
            <a:r>
              <a:rPr lang="de-DE" baseline="0" dirty="0"/>
              <a:t> in Koblenz</a:t>
            </a:r>
          </a:p>
          <a:p>
            <a:r>
              <a:rPr lang="de-DE" baseline="0" dirty="0"/>
              <a:t>8 Regionale Dienststelen</a:t>
            </a:r>
          </a:p>
          <a:p>
            <a:r>
              <a:rPr lang="de-DE" baseline="0" dirty="0"/>
              <a:t>57 Straßenmeistereien</a:t>
            </a:r>
            <a:endParaRPr lang="de-DE" dirty="0"/>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0B9AA-71DD-4283-9208-02D01673706D}"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2787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de-DE" dirty="0"/>
              <a:t>Leitung und Informationssicherheitsbeauftragten</a:t>
            </a:r>
            <a:endParaRPr dirty="0"/>
          </a:p>
          <a:p>
            <a:pPr marL="0" lvl="0" indent="0" algn="l" rtl="0">
              <a:lnSpc>
                <a:spcPct val="100000"/>
              </a:lnSpc>
              <a:spcBef>
                <a:spcPts val="0"/>
              </a:spcBef>
              <a:spcAft>
                <a:spcPts val="0"/>
              </a:spcAft>
              <a:buSzPts val="1400"/>
              <a:buNone/>
            </a:pPr>
            <a:r>
              <a:rPr lang="de-DE" dirty="0"/>
              <a:t>60 Mitarbeiter</a:t>
            </a:r>
            <a:endParaRPr dirty="0"/>
          </a:p>
          <a:p>
            <a:pPr marL="0" lvl="0" indent="0" algn="l" rtl="0">
              <a:lnSpc>
                <a:spcPct val="100000"/>
              </a:lnSpc>
              <a:spcBef>
                <a:spcPts val="0"/>
              </a:spcBef>
              <a:spcAft>
                <a:spcPts val="0"/>
              </a:spcAft>
              <a:buSzPts val="1400"/>
              <a:buNone/>
            </a:pPr>
            <a:r>
              <a:rPr lang="de-DE" dirty="0"/>
              <a:t>4 Fachteams</a:t>
            </a:r>
            <a:endParaRPr dirty="0"/>
          </a:p>
          <a:p>
            <a:pPr marL="171450" lvl="0" indent="-171450" algn="l" rtl="0">
              <a:lnSpc>
                <a:spcPct val="100000"/>
              </a:lnSpc>
              <a:spcBef>
                <a:spcPts val="0"/>
              </a:spcBef>
              <a:spcAft>
                <a:spcPts val="0"/>
              </a:spcAft>
              <a:buClr>
                <a:schemeClr val="dk1"/>
              </a:buClr>
              <a:buSzPts val="1200"/>
              <a:buFont typeface="Calibri"/>
              <a:buChar char="-"/>
            </a:pPr>
            <a:r>
              <a:rPr lang="de-DE" dirty="0"/>
              <a:t>Administration Fachsoftware</a:t>
            </a:r>
            <a:endParaRPr dirty="0"/>
          </a:p>
          <a:p>
            <a:pPr marL="171450" lvl="0" indent="-171450" algn="l" rtl="0">
              <a:lnSpc>
                <a:spcPct val="100000"/>
              </a:lnSpc>
              <a:spcBef>
                <a:spcPts val="0"/>
              </a:spcBef>
              <a:spcAft>
                <a:spcPts val="0"/>
              </a:spcAft>
              <a:buClr>
                <a:schemeClr val="dk1"/>
              </a:buClr>
              <a:buSzPts val="1200"/>
              <a:buFont typeface="Calibri"/>
              <a:buChar char="-"/>
            </a:pPr>
            <a:r>
              <a:rPr lang="de-DE" dirty="0"/>
              <a:t>In Verwaltungsverfahren und Microservices</a:t>
            </a:r>
            <a:endParaRPr dirty="0"/>
          </a:p>
          <a:p>
            <a:pPr marL="0" lvl="0" indent="0" algn="l" rtl="0">
              <a:lnSpc>
                <a:spcPct val="100000"/>
              </a:lnSpc>
              <a:spcBef>
                <a:spcPts val="0"/>
              </a:spcBef>
              <a:spcAft>
                <a:spcPts val="0"/>
              </a:spcAft>
              <a:buClr>
                <a:schemeClr val="dk1"/>
              </a:buClr>
              <a:buSzPts val="1200"/>
              <a:buFont typeface="Arial"/>
              <a:buNone/>
            </a:pPr>
            <a:r>
              <a:rPr lang="de-DE" dirty="0"/>
              <a:t>Regionale </a:t>
            </a:r>
            <a:r>
              <a:rPr lang="de-DE" dirty="0" err="1"/>
              <a:t>Systemadmins</a:t>
            </a:r>
            <a:r>
              <a:rPr lang="de-DE" dirty="0"/>
              <a:t> First-Level-Support</a:t>
            </a: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endParaRPr dirty="0"/>
          </a:p>
        </p:txBody>
      </p:sp>
      <p:sp>
        <p:nvSpPr>
          <p:cNvPr id="244" name="Google Shape;24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de-DE" dirty="0"/>
              <a:t>Bestehende Funktionen beschrieben:</a:t>
            </a:r>
          </a:p>
          <a:p>
            <a:pPr marL="171450" lvl="0" indent="-171450" algn="l" rtl="0">
              <a:lnSpc>
                <a:spcPct val="100000"/>
              </a:lnSpc>
              <a:spcBef>
                <a:spcPts val="0"/>
              </a:spcBef>
              <a:spcAft>
                <a:spcPts val="0"/>
              </a:spcAft>
              <a:buSzPts val="1400"/>
              <a:buFontTx/>
              <a:buChar char="-"/>
            </a:pPr>
            <a:r>
              <a:rPr lang="de-DE" dirty="0"/>
              <a:t>Erstellen / Bearbeiten eines Falls</a:t>
            </a:r>
          </a:p>
          <a:p>
            <a:pPr marL="171450" lvl="0" indent="-171450" algn="l" rtl="0">
              <a:lnSpc>
                <a:spcPct val="100000"/>
              </a:lnSpc>
              <a:spcBef>
                <a:spcPts val="0"/>
              </a:spcBef>
              <a:spcAft>
                <a:spcPts val="0"/>
              </a:spcAft>
              <a:buSzPts val="1400"/>
              <a:buFontTx/>
              <a:buChar char="-"/>
            </a:pPr>
            <a:r>
              <a:rPr lang="de-DE" dirty="0"/>
              <a:t>Eigene Benutzerverwaltung</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de-DE" dirty="0"/>
              <a:t>Kostenkatalog</a:t>
            </a:r>
          </a:p>
          <a:p>
            <a:pPr marL="171450" lvl="0" indent="-171450" algn="l" rtl="0">
              <a:lnSpc>
                <a:spcPct val="100000"/>
              </a:lnSpc>
              <a:spcBef>
                <a:spcPts val="0"/>
              </a:spcBef>
              <a:spcAft>
                <a:spcPts val="0"/>
              </a:spcAft>
              <a:buSzPts val="1400"/>
              <a:buFontTx/>
              <a:buChar char="-"/>
            </a:pPr>
            <a:r>
              <a:rPr lang="de-DE" dirty="0"/>
              <a:t>Upload von Dateien</a:t>
            </a:r>
          </a:p>
          <a:p>
            <a:pPr marL="0" lvl="0" indent="0" algn="l" rtl="0">
              <a:lnSpc>
                <a:spcPct val="100000"/>
              </a:lnSpc>
              <a:spcBef>
                <a:spcPts val="0"/>
              </a:spcBef>
              <a:spcAft>
                <a:spcPts val="0"/>
              </a:spcAft>
              <a:buSzPts val="1400"/>
              <a:buNone/>
            </a:pPr>
            <a:endParaRPr lang="de-DE" dirty="0"/>
          </a:p>
          <a:p>
            <a:pPr marL="0" lvl="0" indent="0" algn="l" rtl="0">
              <a:lnSpc>
                <a:spcPct val="100000"/>
              </a:lnSpc>
              <a:spcBef>
                <a:spcPts val="0"/>
              </a:spcBef>
              <a:spcAft>
                <a:spcPts val="0"/>
              </a:spcAft>
              <a:buSzPts val="1400"/>
              <a:buNone/>
            </a:pPr>
            <a:r>
              <a:rPr lang="de-DE" dirty="0"/>
              <a:t>Notwendige Funktionen beschrieben:</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de-DE" dirty="0"/>
              <a:t>Erstellen / Bearbeiten eines Falls</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de-DE" dirty="0"/>
              <a:t>Benutzerverwaltung</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de-DE" dirty="0"/>
              <a:t>Upload von Dateien</a:t>
            </a:r>
          </a:p>
          <a:p>
            <a:pPr marL="0" lvl="0" indent="0" algn="l" rtl="0">
              <a:lnSpc>
                <a:spcPct val="100000"/>
              </a:lnSpc>
              <a:spcBef>
                <a:spcPts val="0"/>
              </a:spcBef>
              <a:spcAft>
                <a:spcPts val="0"/>
              </a:spcAft>
              <a:buSzPts val="1400"/>
              <a:buNone/>
            </a:pPr>
            <a:endParaRPr lang="de-DE" dirty="0"/>
          </a:p>
          <a:p>
            <a:pPr marL="0" lvl="0" indent="0" algn="l" rtl="0">
              <a:lnSpc>
                <a:spcPct val="100000"/>
              </a:lnSpc>
              <a:spcBef>
                <a:spcPts val="0"/>
              </a:spcBef>
              <a:spcAft>
                <a:spcPts val="0"/>
              </a:spcAft>
              <a:buSzPts val="1400"/>
              <a:buNone/>
            </a:pPr>
            <a:r>
              <a:rPr lang="de-DE" dirty="0"/>
              <a:t>Neue Funktionen beschrieben:</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de-DE" dirty="0"/>
              <a:t>Erscheinung dem CD des LBM</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de-DE" dirty="0"/>
              <a:t>AD-Benutzer Anmeldung</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de-DE" dirty="0"/>
              <a:t>AD-Gruppen entsprechende Rechtevergabe</a:t>
            </a:r>
          </a:p>
        </p:txBody>
      </p:sp>
      <p:sp>
        <p:nvSpPr>
          <p:cNvPr id="276" name="Google Shape;27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de-DE" dirty="0"/>
              <a:t>Probleme:</a:t>
            </a:r>
          </a:p>
          <a:p>
            <a:pPr marL="171450" lvl="0" indent="-171450" algn="l" rtl="0">
              <a:lnSpc>
                <a:spcPct val="100000"/>
              </a:lnSpc>
              <a:spcBef>
                <a:spcPts val="0"/>
              </a:spcBef>
              <a:spcAft>
                <a:spcPts val="0"/>
              </a:spcAft>
              <a:buSzPts val="1400"/>
              <a:buFontTx/>
              <a:buChar char="-"/>
            </a:pPr>
            <a:r>
              <a:rPr lang="de-DE" dirty="0"/>
              <a:t>Die Software wurde in einer veralteten Sprache geschrieben</a:t>
            </a:r>
          </a:p>
          <a:p>
            <a:pPr marL="171450" lvl="0" indent="-171450" algn="l" rtl="0">
              <a:lnSpc>
                <a:spcPct val="100000"/>
              </a:lnSpc>
              <a:spcBef>
                <a:spcPts val="0"/>
              </a:spcBef>
              <a:spcAft>
                <a:spcPts val="0"/>
              </a:spcAft>
              <a:buSzPts val="1400"/>
              <a:buFontTx/>
              <a:buChar char="-"/>
            </a:pPr>
            <a:r>
              <a:rPr lang="de-DE" dirty="0"/>
              <a:t>Bei neuen Funktionen konnte dies nur über einen aufwändigen Vergabeweg vom Hersteller gemacht werden</a:t>
            </a:r>
          </a:p>
          <a:p>
            <a:pPr marL="171450" lvl="0" indent="-171450" algn="l" rtl="0">
              <a:lnSpc>
                <a:spcPct val="100000"/>
              </a:lnSpc>
              <a:spcBef>
                <a:spcPts val="0"/>
              </a:spcBef>
              <a:spcAft>
                <a:spcPts val="0"/>
              </a:spcAft>
              <a:buSzPts val="1400"/>
              <a:buFontTx/>
              <a:buChar char="-"/>
            </a:pPr>
            <a:r>
              <a:rPr lang="de-DE" dirty="0"/>
              <a:t>Bei neuen Gesetzlichen Regelungen musste immer der Hersteller angefragt und ein Angebot gemacht werden, wodurch eine große Zeitspanne verstrich, bis es eingebaut wurde</a:t>
            </a:r>
          </a:p>
        </p:txBody>
      </p:sp>
      <p:sp>
        <p:nvSpPr>
          <p:cNvPr id="311" name="Google Shape;31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de-DE" dirty="0"/>
              <a:t>Authentifizierung:	Nur aktive AD-Benutzer können sich anmelden mit der korrekten AD-Gruppenmitgliedschaft</a:t>
            </a:r>
          </a:p>
          <a:p>
            <a:pPr marL="0" lvl="0" indent="0" algn="l" rtl="0">
              <a:lnSpc>
                <a:spcPct val="100000"/>
              </a:lnSpc>
              <a:spcBef>
                <a:spcPts val="0"/>
              </a:spcBef>
              <a:spcAft>
                <a:spcPts val="0"/>
              </a:spcAft>
              <a:buSzPts val="1400"/>
              <a:buNone/>
            </a:pPr>
            <a:r>
              <a:rPr lang="de-DE" dirty="0"/>
              <a:t>Rechte Beschränken:	Jeder Benutzer kann nur genau das machen und sehen, was er machen darf</a:t>
            </a:r>
          </a:p>
          <a:p>
            <a:pPr marL="0" lvl="0" indent="0" algn="l" rtl="0">
              <a:lnSpc>
                <a:spcPct val="100000"/>
              </a:lnSpc>
              <a:spcBef>
                <a:spcPts val="0"/>
              </a:spcBef>
              <a:spcAft>
                <a:spcPts val="0"/>
              </a:spcAft>
              <a:buSzPts val="1400"/>
              <a:buNone/>
            </a:pPr>
            <a:r>
              <a:rPr lang="de-DE" dirty="0"/>
              <a:t>Erstellen / Bearbeiten:	Das Erstellen und Bearbeiten erfolgt Intuitiv</a:t>
            </a:r>
          </a:p>
          <a:p>
            <a:pPr marL="0" lvl="0" indent="0" algn="l" rtl="0">
              <a:lnSpc>
                <a:spcPct val="100000"/>
              </a:lnSpc>
              <a:spcBef>
                <a:spcPts val="0"/>
              </a:spcBef>
              <a:spcAft>
                <a:spcPts val="0"/>
              </a:spcAft>
              <a:buSzPts val="1400"/>
              <a:buNone/>
            </a:pPr>
            <a:r>
              <a:rPr lang="de-DE" dirty="0"/>
              <a:t>Hochladen:		Es können Beweisdaten zu späteren Rückfragen hochgeladen werden</a:t>
            </a:r>
          </a:p>
          <a:p>
            <a:pPr marL="0" lvl="0" indent="0" algn="l" rtl="0">
              <a:lnSpc>
                <a:spcPct val="100000"/>
              </a:lnSpc>
              <a:spcBef>
                <a:spcPts val="0"/>
              </a:spcBef>
              <a:spcAft>
                <a:spcPts val="0"/>
              </a:spcAft>
              <a:buSzPts val="1400"/>
              <a:buNone/>
            </a:pPr>
            <a:r>
              <a:rPr lang="de-DE" dirty="0"/>
              <a:t>Weiterleiten des Falls:	Der Fall kann nach Beendigung der Bearbeitung an die nächste Stelle weitergegeben werden</a:t>
            </a:r>
          </a:p>
          <a:p>
            <a:pPr marL="0" lvl="0" indent="0" algn="l" rtl="0">
              <a:lnSpc>
                <a:spcPct val="100000"/>
              </a:lnSpc>
              <a:spcBef>
                <a:spcPts val="0"/>
              </a:spcBef>
              <a:spcAft>
                <a:spcPts val="0"/>
              </a:spcAft>
              <a:buSzPts val="1400"/>
              <a:buNone/>
            </a:pPr>
            <a:r>
              <a:rPr lang="de-DE" dirty="0"/>
              <a:t>Abschließen des Falls:	Der Fall kann vom entsprechenden Mitarbeiter geschlossen und gespeichert werden</a:t>
            </a:r>
            <a:endParaRPr dirty="0"/>
          </a:p>
        </p:txBody>
      </p:sp>
      <p:sp>
        <p:nvSpPr>
          <p:cNvPr id="331" name="Google Shape;33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0" name="Google Shape;36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de-DE" dirty="0"/>
              <a:t>Soll-Konzept:</a:t>
            </a:r>
          </a:p>
          <a:p>
            <a:pPr marL="0" lvl="0" indent="0" algn="l" rtl="0">
              <a:lnSpc>
                <a:spcPct val="100000"/>
              </a:lnSpc>
              <a:spcBef>
                <a:spcPts val="0"/>
              </a:spcBef>
              <a:spcAft>
                <a:spcPts val="0"/>
              </a:spcAft>
              <a:buSzPts val="1400"/>
              <a:buNone/>
            </a:pPr>
            <a:r>
              <a:rPr lang="de-DE" dirty="0"/>
              <a:t>Es beinhaltete Neuentwicklung der Software als moderne und dem Corporate Design entsprechend als Webanwendung.</a:t>
            </a:r>
          </a:p>
          <a:p>
            <a:pPr marL="0" lvl="0" indent="0" algn="l" rtl="0">
              <a:lnSpc>
                <a:spcPct val="100000"/>
              </a:lnSpc>
              <a:spcBef>
                <a:spcPts val="0"/>
              </a:spcBef>
              <a:spcAft>
                <a:spcPts val="0"/>
              </a:spcAft>
              <a:buSzPts val="1400"/>
              <a:buNone/>
            </a:pPr>
            <a:r>
              <a:rPr lang="de-DE" dirty="0"/>
              <a:t>Darunter fielen alle Kernfunktionen die in der Ist-Analyse beschrieben wurden.</a:t>
            </a:r>
          </a:p>
          <a:p>
            <a:pPr marL="171450" marR="0" lvl="0" indent="-171450" algn="l" defTabSz="914400" rtl="0" eaLnBrk="1" fontAlgn="auto" latinLnBrk="0" hangingPunct="1">
              <a:lnSpc>
                <a:spcPct val="100000"/>
              </a:lnSpc>
              <a:spcBef>
                <a:spcPts val="0"/>
              </a:spcBef>
              <a:spcAft>
                <a:spcPts val="0"/>
              </a:spcAft>
              <a:buClr>
                <a:srgbClr val="000000"/>
              </a:buClr>
              <a:buSzPts val="1400"/>
              <a:buFontTx/>
              <a:buChar char="-"/>
              <a:tabLst/>
              <a:defRPr/>
            </a:pPr>
            <a:r>
              <a:rPr lang="de-DE" dirty="0"/>
              <a:t>Erstellen/Bearbeiten eines Falls</a:t>
            </a:r>
          </a:p>
          <a:p>
            <a:pPr marL="171450" lvl="0" indent="-171450" algn="l" rtl="0">
              <a:lnSpc>
                <a:spcPct val="100000"/>
              </a:lnSpc>
              <a:spcBef>
                <a:spcPts val="0"/>
              </a:spcBef>
              <a:spcAft>
                <a:spcPts val="0"/>
              </a:spcAft>
              <a:buSzPts val="1400"/>
              <a:buFontTx/>
              <a:buChar char="-"/>
            </a:pPr>
            <a:r>
              <a:rPr lang="de-DE" dirty="0"/>
              <a:t>Dateiupload</a:t>
            </a:r>
          </a:p>
          <a:p>
            <a:pPr marL="171450" lvl="0" indent="-171450" algn="l" rtl="0">
              <a:lnSpc>
                <a:spcPct val="100000"/>
              </a:lnSpc>
              <a:spcBef>
                <a:spcPts val="0"/>
              </a:spcBef>
              <a:spcAft>
                <a:spcPts val="0"/>
              </a:spcAft>
              <a:buSzPts val="1400"/>
              <a:buFontTx/>
              <a:buChar char="-"/>
            </a:pPr>
            <a:r>
              <a:rPr lang="de-DE" dirty="0"/>
              <a:t>AD-Anbindung</a:t>
            </a:r>
          </a:p>
          <a:p>
            <a:pPr marL="171450" lvl="0" indent="-171450" algn="l" rtl="0">
              <a:lnSpc>
                <a:spcPct val="100000"/>
              </a:lnSpc>
              <a:spcBef>
                <a:spcPts val="0"/>
              </a:spcBef>
              <a:spcAft>
                <a:spcPts val="0"/>
              </a:spcAft>
              <a:buSzPts val="1400"/>
              <a:buFontTx/>
              <a:buChar char="-"/>
            </a:pPr>
            <a:r>
              <a:rPr lang="de-DE" dirty="0"/>
              <a:t>Kataloge für Versicherungen und Kosten erstellen</a:t>
            </a:r>
          </a:p>
          <a:p>
            <a:pPr marL="171450" lvl="0" indent="-171450" algn="l" rtl="0">
              <a:lnSpc>
                <a:spcPct val="100000"/>
              </a:lnSpc>
              <a:spcBef>
                <a:spcPts val="0"/>
              </a:spcBef>
              <a:spcAft>
                <a:spcPts val="0"/>
              </a:spcAft>
              <a:buSzPts val="1400"/>
              <a:buFontTx/>
              <a:buChar char="-"/>
            </a:pPr>
            <a:r>
              <a:rPr lang="de-DE" dirty="0"/>
              <a:t>Rechtevergabe entsprechend der Benutzergruppen im AD</a:t>
            </a:r>
          </a:p>
          <a:p>
            <a:pPr marL="171450" lvl="0" indent="-171450" algn="l" rtl="0">
              <a:lnSpc>
                <a:spcPct val="100000"/>
              </a:lnSpc>
              <a:spcBef>
                <a:spcPts val="0"/>
              </a:spcBef>
              <a:spcAft>
                <a:spcPts val="0"/>
              </a:spcAft>
              <a:buSzPts val="1400"/>
              <a:buFontTx/>
              <a:buChar char="-"/>
            </a:pPr>
            <a:endParaRPr lang="de-DE" dirty="0"/>
          </a:p>
          <a:p>
            <a:pPr marL="0" lvl="0" indent="0" algn="l" rtl="0">
              <a:lnSpc>
                <a:spcPct val="100000"/>
              </a:lnSpc>
              <a:spcBef>
                <a:spcPts val="0"/>
              </a:spcBef>
              <a:spcAft>
                <a:spcPts val="0"/>
              </a:spcAft>
              <a:buSzPts val="1400"/>
              <a:buFontTx/>
              <a:buNone/>
            </a:pPr>
            <a:r>
              <a:rPr lang="de-DE" dirty="0"/>
              <a:t>Im Anschluss soll die Anwendung noch getestet werden.</a:t>
            </a:r>
          </a:p>
          <a:p>
            <a:pPr marL="0" lvl="0" indent="0" algn="l" rtl="0">
              <a:lnSpc>
                <a:spcPct val="100000"/>
              </a:lnSpc>
              <a:spcBef>
                <a:spcPts val="0"/>
              </a:spcBef>
              <a:spcAft>
                <a:spcPts val="0"/>
              </a:spcAft>
              <a:buSzPts val="1400"/>
              <a:buFontTx/>
              <a:buNone/>
            </a:pPr>
            <a:endParaRPr lang="de-DE" dirty="0"/>
          </a:p>
          <a:p>
            <a:pPr marL="0" lvl="0" indent="0" algn="l" rtl="0">
              <a:lnSpc>
                <a:spcPct val="100000"/>
              </a:lnSpc>
              <a:spcBef>
                <a:spcPts val="0"/>
              </a:spcBef>
              <a:spcAft>
                <a:spcPts val="0"/>
              </a:spcAft>
              <a:buSzPts val="1400"/>
              <a:buFontTx/>
              <a:buNone/>
            </a:pPr>
            <a:r>
              <a:rPr lang="de-DE" dirty="0"/>
              <a:t>Zur späteren Einführung kommen die Punkte Schulung der Anwender und im letzten Schritt die Einführung bei den einzelnen Anwendern hinzu.</a:t>
            </a:r>
            <a:endParaRPr dirty="0"/>
          </a:p>
        </p:txBody>
      </p:sp>
      <p:sp>
        <p:nvSpPr>
          <p:cNvPr id="361" name="Google Shape;36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4" name="Google Shape;37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84" name="Google Shape;38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 name="Google Shape;42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5" name="Google Shape;42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de-DE"/>
              <a:t>Es wurde jetzt neben dem Dummy-Anmelde Feld die Möglichkeit geschaffen sich mit einem AD-Benutzer anzumelden. Damit ist die Rechtevergabe für den Administrator wesentlich einfacher.</a:t>
            </a:r>
            <a:endParaRPr/>
          </a:p>
          <a:p>
            <a:pPr marL="0" lvl="0" indent="0" algn="l" rtl="0">
              <a:lnSpc>
                <a:spcPct val="100000"/>
              </a:lnSpc>
              <a:spcBef>
                <a:spcPts val="0"/>
              </a:spcBef>
              <a:spcAft>
                <a:spcPts val="0"/>
              </a:spcAft>
              <a:buSzPts val="1400"/>
              <a:buNone/>
            </a:pPr>
            <a:r>
              <a:rPr lang="de-DE"/>
              <a:t>Eingabefelder für Gruppennamen werden aus AD ausgelesen</a:t>
            </a:r>
            <a:endParaRPr/>
          </a:p>
          <a:p>
            <a:pPr marL="0" lvl="0" indent="0" algn="l" rtl="0">
              <a:lnSpc>
                <a:spcPct val="100000"/>
              </a:lnSpc>
              <a:spcBef>
                <a:spcPts val="0"/>
              </a:spcBef>
              <a:spcAft>
                <a:spcPts val="0"/>
              </a:spcAft>
              <a:buSzPts val="1400"/>
              <a:buNone/>
            </a:pPr>
            <a:endParaRPr/>
          </a:p>
        </p:txBody>
      </p:sp>
      <p:sp>
        <p:nvSpPr>
          <p:cNvPr id="439" name="Google Shape;43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de-DE" dirty="0"/>
              <a:t>Die Eingabe eines jeden Parameter schränkt die Eingabe der weiteren Parameter ein, sodass nur noch die verfügbaren Abschnitte, Gemarkungen, Stationen ausgewählt werden können. Der Landkreis wird bei Auswahl einer Straße und des Abschnitts automatisch ausgewählt. Für das automatische ausfüllen muss allerdings eine Datenbankverbindung bestehen.</a:t>
            </a:r>
          </a:p>
          <a:p>
            <a:pPr marL="0" marR="0" lvl="0" indent="0" algn="l" rtl="0">
              <a:lnSpc>
                <a:spcPct val="100000"/>
              </a:lnSpc>
              <a:spcBef>
                <a:spcPts val="0"/>
              </a:spcBef>
              <a:spcAft>
                <a:spcPts val="0"/>
              </a:spcAft>
              <a:buClr>
                <a:schemeClr val="dk1"/>
              </a:buClr>
              <a:buSzPts val="1200"/>
              <a:buFont typeface="Calibri"/>
              <a:buNone/>
            </a:pPr>
            <a:r>
              <a:rPr lang="de-DE"/>
              <a:t>Netzknoten erwähnen</a:t>
            </a:r>
            <a:endParaRPr/>
          </a:p>
        </p:txBody>
      </p:sp>
      <p:sp>
        <p:nvSpPr>
          <p:cNvPr id="452" name="Google Shape;452;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de-DE"/>
              <a:t>Erst nachdem alle Daten eingetragen wurden kann die Checkbox den Wert von Unchecked auf Checked ändern. Alle Fehlenden Paramter werden darunter angezeigt. In diesem Fall haben noch der Verursacher, die Versicherung, Unfallort und die Kosten gefehlt.</a:t>
            </a:r>
            <a:endParaRPr/>
          </a:p>
        </p:txBody>
      </p:sp>
      <p:sp>
        <p:nvSpPr>
          <p:cNvPr id="470" name="Google Shape;470;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2" name="Google Shape;482;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de-DE"/>
              <a:t>Die Schadensfälle die der Erfasser weiterleitet, oder als „Kosten komplett erfasst“ markiert, werden dann dem Bearbeiter angezeigt, um in Zukunft die Rechnungen zu verschicken und den Fall an SAP weiterzugeben, damit der Geldeingang verbucht werden kann.</a:t>
            </a:r>
            <a:endParaRPr/>
          </a:p>
        </p:txBody>
      </p:sp>
      <p:sp>
        <p:nvSpPr>
          <p:cNvPr id="483" name="Google Shape;483;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3" name="Google Shape;50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2" name="Google Shape;512;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de-DE"/>
              <a:t>Projektzeit wurde eingehalten</a:t>
            </a:r>
            <a:endParaRPr/>
          </a:p>
          <a:p>
            <a:pPr marL="0" lvl="0" indent="0" algn="l" rtl="0">
              <a:lnSpc>
                <a:spcPct val="100000"/>
              </a:lnSpc>
              <a:spcBef>
                <a:spcPts val="0"/>
              </a:spcBef>
              <a:spcAft>
                <a:spcPts val="0"/>
              </a:spcAft>
              <a:buSzPts val="1400"/>
              <a:buNone/>
            </a:pPr>
            <a:r>
              <a:rPr lang="de-DE"/>
              <a:t>Anforderungen vom Auftraggeber wurden erfüllt</a:t>
            </a:r>
            <a:endParaRPr/>
          </a:p>
          <a:p>
            <a:pPr marL="0" lvl="0" indent="0" algn="l" rtl="0">
              <a:lnSpc>
                <a:spcPct val="100000"/>
              </a:lnSpc>
              <a:spcBef>
                <a:spcPts val="0"/>
              </a:spcBef>
              <a:spcAft>
                <a:spcPts val="0"/>
              </a:spcAft>
              <a:buSzPts val="1400"/>
              <a:buNone/>
            </a:pPr>
            <a:r>
              <a:rPr lang="de-DE"/>
              <a:t>Fehler wurden behoben</a:t>
            </a:r>
            <a:endParaRPr/>
          </a:p>
        </p:txBody>
      </p:sp>
      <p:sp>
        <p:nvSpPr>
          <p:cNvPr id="513" name="Google Shape;513;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0" name="Google Shape;55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de-DE"/>
              <a:t>Migration der LocalDB auf SQL Cluster</a:t>
            </a:r>
            <a:endParaRPr/>
          </a:p>
          <a:p>
            <a:pPr marL="0" lvl="0" indent="0" algn="l" rtl="0">
              <a:lnSpc>
                <a:spcPct val="100000"/>
              </a:lnSpc>
              <a:spcBef>
                <a:spcPts val="0"/>
              </a:spcBef>
              <a:spcAft>
                <a:spcPts val="0"/>
              </a:spcAft>
              <a:buSzPts val="1400"/>
              <a:buNone/>
            </a:pPr>
            <a:r>
              <a:rPr lang="de-DE"/>
              <a:t>VPN Gateway</a:t>
            </a:r>
            <a:endParaRPr/>
          </a:p>
          <a:p>
            <a:pPr marL="0" lvl="0" indent="0" algn="l" rtl="0">
              <a:lnSpc>
                <a:spcPct val="100000"/>
              </a:lnSpc>
              <a:spcBef>
                <a:spcPts val="0"/>
              </a:spcBef>
              <a:spcAft>
                <a:spcPts val="0"/>
              </a:spcAft>
              <a:buSzPts val="1400"/>
              <a:buNone/>
            </a:pPr>
            <a:r>
              <a:rPr lang="de-DE"/>
              <a:t>Umsetzung in der Zentrale</a:t>
            </a:r>
            <a:endParaRPr/>
          </a:p>
          <a:p>
            <a:pPr marL="0" lvl="0" indent="0" algn="l" rtl="0">
              <a:lnSpc>
                <a:spcPct val="100000"/>
              </a:lnSpc>
              <a:spcBef>
                <a:spcPts val="0"/>
              </a:spcBef>
              <a:spcAft>
                <a:spcPts val="0"/>
              </a:spcAft>
              <a:buSzPts val="1400"/>
              <a:buNone/>
            </a:pPr>
            <a:r>
              <a:rPr lang="de-DE"/>
              <a:t>Umsetzung in RLP</a:t>
            </a:r>
            <a:endParaRPr/>
          </a:p>
        </p:txBody>
      </p:sp>
      <p:sp>
        <p:nvSpPr>
          <p:cNvPr id="551" name="Google Shape;551;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de-DE"/>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8" name="Google Shape;59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7" name="Google Shape;60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7" name="Google Shape;61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p:cSld name="Titelfolie">
    <p:spTree>
      <p:nvGrpSpPr>
        <p:cNvPr id="1" name="Shape 20"/>
        <p:cNvGrpSpPr/>
        <p:nvPr/>
      </p:nvGrpSpPr>
      <p:grpSpPr>
        <a:xfrm>
          <a:off x="0" y="0"/>
          <a:ext cx="0" cy="0"/>
          <a:chOff x="0" y="0"/>
          <a:chExt cx="0" cy="0"/>
        </a:xfrm>
      </p:grpSpPr>
      <p:sp>
        <p:nvSpPr>
          <p:cNvPr id="21" name="Google Shape;21;p26"/>
          <p:cNvSpPr txBox="1">
            <a:spLocks noGrp="1"/>
          </p:cNvSpPr>
          <p:nvPr>
            <p:ph type="ctrTitle"/>
          </p:nvPr>
        </p:nvSpPr>
        <p:spPr>
          <a:xfrm>
            <a:off x="1524000" y="3725545"/>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2" name="Google Shape;22;p26"/>
          <p:cNvPicPr preferRelativeResize="0"/>
          <p:nvPr/>
        </p:nvPicPr>
        <p:blipFill rotWithShape="1">
          <a:blip r:embed="rId2">
            <a:alphaModFix/>
          </a:blip>
          <a:srcRect/>
          <a:stretch/>
        </p:blipFill>
        <p:spPr>
          <a:xfrm>
            <a:off x="3322320" y="906780"/>
            <a:ext cx="5547360" cy="2818765"/>
          </a:xfrm>
          <a:prstGeom prst="rect">
            <a:avLst/>
          </a:prstGeom>
          <a:noFill/>
          <a:ln>
            <a:noFill/>
          </a:ln>
        </p:spPr>
      </p:pic>
      <p:sp>
        <p:nvSpPr>
          <p:cNvPr id="23" name="Google Shape;23;p26"/>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CED4033-8DD4-4464-8B29-53F5A9E34916}" type="datetime1">
              <a:rPr lang="de-DE" smtClean="0"/>
              <a:t>18.05.2026</a:t>
            </a:fld>
            <a:endParaRPr/>
          </a:p>
        </p:txBody>
      </p:sp>
      <p:sp>
        <p:nvSpPr>
          <p:cNvPr id="24" name="Google Shape;24;p26"/>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de-DE"/>
              <a:t>Timo Funk</a:t>
            </a:r>
            <a:endParaRPr/>
          </a:p>
        </p:txBody>
      </p:sp>
      <p:sp>
        <p:nvSpPr>
          <p:cNvPr id="25" name="Google Shape;25;p26"/>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r>
              <a:rPr lang="de-DE"/>
              <a:t> / 25</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el und Inhalt" type="obj">
  <p:cSld name="OBJECT">
    <p:spTree>
      <p:nvGrpSpPr>
        <p:cNvPr id="1" name="Shape 26"/>
        <p:cNvGrpSpPr/>
        <p:nvPr/>
      </p:nvGrpSpPr>
      <p:grpSpPr>
        <a:xfrm>
          <a:off x="0" y="0"/>
          <a:ext cx="0" cy="0"/>
          <a:chOff x="0" y="0"/>
          <a:chExt cx="0" cy="0"/>
        </a:xfrm>
      </p:grpSpPr>
      <p:sp>
        <p:nvSpPr>
          <p:cNvPr id="27" name="Google Shape;27;p27"/>
          <p:cNvSpPr txBox="1">
            <a:spLocks noGrp="1"/>
          </p:cNvSpPr>
          <p:nvPr>
            <p:ph type="title"/>
          </p:nvPr>
        </p:nvSpPr>
        <p:spPr>
          <a:xfrm>
            <a:off x="838200" y="882032"/>
            <a:ext cx="10515600" cy="80865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7"/>
          <p:cNvSpPr txBox="1">
            <a:spLocks noGrp="1"/>
          </p:cNvSpPr>
          <p:nvPr>
            <p:ph type="body" idx="1"/>
          </p:nvPr>
        </p:nvSpPr>
        <p:spPr>
          <a:xfrm>
            <a:off x="838200" y="1825625"/>
            <a:ext cx="10684858" cy="450445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7"/>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38936DE7-5BFA-46B9-8E10-7D0F9B621DBD}" type="datetime1">
              <a:rPr lang="de-DE" smtClean="0"/>
              <a:t>18.05.2026</a:t>
            </a:fld>
            <a:endParaRPr/>
          </a:p>
        </p:txBody>
      </p:sp>
      <p:sp>
        <p:nvSpPr>
          <p:cNvPr id="30" name="Google Shape;30;p27"/>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de-DE"/>
              <a:t>Timo Funk</a:t>
            </a:r>
            <a:endParaRPr/>
          </a:p>
        </p:txBody>
      </p:sp>
      <p:sp>
        <p:nvSpPr>
          <p:cNvPr id="31" name="Google Shape;31;p27"/>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r>
              <a:rPr lang="de-DE"/>
              <a:t> / 25</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bschnitts-&#10;überschrift" type="secHead">
  <p:cSld name="SECTION_HEADER">
    <p:spTree>
      <p:nvGrpSpPr>
        <p:cNvPr id="1" name="Shape 32"/>
        <p:cNvGrpSpPr/>
        <p:nvPr/>
      </p:nvGrpSpPr>
      <p:grpSpPr>
        <a:xfrm>
          <a:off x="0" y="0"/>
          <a:ext cx="0" cy="0"/>
          <a:chOff x="0" y="0"/>
          <a:chExt cx="0" cy="0"/>
        </a:xfrm>
      </p:grpSpPr>
      <p:sp>
        <p:nvSpPr>
          <p:cNvPr id="33" name="Google Shape;33;p2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latin typeface="Arial"/>
                <a:ea typeface="Arial"/>
                <a:cs typeface="Arial"/>
                <a:sym typeface="Aria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5" name="Google Shape;35;p28"/>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3F9A755C-982E-4929-B9F6-2CC3A7CD6330}" type="datetime1">
              <a:rPr lang="de-DE" smtClean="0"/>
              <a:t>18.05.2026</a:t>
            </a:fld>
            <a:endParaRPr/>
          </a:p>
        </p:txBody>
      </p:sp>
      <p:sp>
        <p:nvSpPr>
          <p:cNvPr id="36" name="Google Shape;36;p28"/>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de-DE"/>
              <a:t>Timo Funk</a:t>
            </a:r>
            <a:endParaRPr/>
          </a:p>
        </p:txBody>
      </p:sp>
      <p:sp>
        <p:nvSpPr>
          <p:cNvPr id="37" name="Google Shape;37;p28"/>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smtClean="0"/>
              <a:pPr/>
              <a:t>‹Nr.›</a:t>
            </a:fld>
            <a:r>
              <a:rPr lang="de-DE" dirty="0"/>
              <a:t> / 26</a:t>
            </a:r>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el und Inhalt">
  <p:cSld name="1_Titel und Inhalt">
    <p:spTree>
      <p:nvGrpSpPr>
        <p:cNvPr id="1" name="Shape 38"/>
        <p:cNvGrpSpPr/>
        <p:nvPr/>
      </p:nvGrpSpPr>
      <p:grpSpPr>
        <a:xfrm>
          <a:off x="0" y="0"/>
          <a:ext cx="0" cy="0"/>
          <a:chOff x="0" y="0"/>
          <a:chExt cx="0" cy="0"/>
        </a:xfrm>
      </p:grpSpPr>
      <p:sp>
        <p:nvSpPr>
          <p:cNvPr id="39" name="Google Shape;39;p29"/>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9"/>
          <p:cNvSpPr txBox="1">
            <a:spLocks noGrp="1"/>
          </p:cNvSpPr>
          <p:nvPr>
            <p:ph type="body" idx="1"/>
          </p:nvPr>
        </p:nvSpPr>
        <p:spPr>
          <a:xfrm>
            <a:off x="1964602" y="1825625"/>
            <a:ext cx="9558455" cy="450445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29"/>
          <p:cNvSpPr/>
          <p:nvPr/>
        </p:nvSpPr>
        <p:spPr>
          <a:xfrm>
            <a:off x="1" y="719138"/>
            <a:ext cx="1964601" cy="5741193"/>
          </a:xfrm>
          <a:prstGeom prst="rect">
            <a:avLst/>
          </a:prstGeom>
          <a:solidFill>
            <a:srgbClr val="0059BC"/>
          </a:solidFill>
          <a:ln w="12700" cap="flat" cmpd="sng">
            <a:solidFill>
              <a:srgbClr val="0059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42" name="Google Shape;42;p29"/>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69FFA042-86D4-481F-B2BF-521A93EAC4D8}" type="datetime1">
              <a:rPr lang="de-DE" smtClean="0"/>
              <a:t>18.05.2026</a:t>
            </a:fld>
            <a:endParaRPr/>
          </a:p>
        </p:txBody>
      </p:sp>
      <p:sp>
        <p:nvSpPr>
          <p:cNvPr id="43" name="Google Shape;43;p29"/>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de-DE"/>
              <a:t>Timo Funk</a:t>
            </a:r>
            <a:endParaRPr/>
          </a:p>
        </p:txBody>
      </p:sp>
      <p:sp>
        <p:nvSpPr>
          <p:cNvPr id="44" name="Google Shape;44;p29"/>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r>
              <a:rPr lang="de-DE"/>
              <a:t> / 25</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Zwei Inhalte">
  <p:cSld name="Zwei Inhalte">
    <p:spTree>
      <p:nvGrpSpPr>
        <p:cNvPr id="1" name="Shape 45"/>
        <p:cNvGrpSpPr/>
        <p:nvPr/>
      </p:nvGrpSpPr>
      <p:grpSpPr>
        <a:xfrm>
          <a:off x="0" y="0"/>
          <a:ext cx="0" cy="0"/>
          <a:chOff x="0" y="0"/>
          <a:chExt cx="0" cy="0"/>
        </a:xfrm>
      </p:grpSpPr>
      <p:sp>
        <p:nvSpPr>
          <p:cNvPr id="46" name="Google Shape;46;p30"/>
          <p:cNvSpPr txBox="1">
            <a:spLocks noGrp="1"/>
          </p:cNvSpPr>
          <p:nvPr>
            <p:ph type="title"/>
          </p:nvPr>
        </p:nvSpPr>
        <p:spPr>
          <a:xfrm>
            <a:off x="838200" y="865848"/>
            <a:ext cx="10515600" cy="8248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0"/>
          <p:cNvSpPr txBox="1">
            <a:spLocks noGrp="1"/>
          </p:cNvSpPr>
          <p:nvPr>
            <p:ph type="body" idx="1"/>
          </p:nvPr>
        </p:nvSpPr>
        <p:spPr>
          <a:xfrm>
            <a:off x="838200" y="1825625"/>
            <a:ext cx="5142469"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0"/>
          <p:cNvSpPr txBox="1">
            <a:spLocks noGrp="1"/>
          </p:cNvSpPr>
          <p:nvPr>
            <p:ph type="body" idx="2"/>
          </p:nvPr>
        </p:nvSpPr>
        <p:spPr>
          <a:xfrm>
            <a:off x="6096001" y="1825625"/>
            <a:ext cx="52578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Arial"/>
                <a:ea typeface="Arial"/>
                <a:cs typeface="Arial"/>
                <a:sym typeface="Arial"/>
              </a:defRPr>
            </a:lvl1pPr>
            <a:lvl2pPr marL="914400" lvl="1" indent="-381000" algn="l">
              <a:lnSpc>
                <a:spcPct val="90000"/>
              </a:lnSpc>
              <a:spcBef>
                <a:spcPts val="500"/>
              </a:spcBef>
              <a:spcAft>
                <a:spcPts val="0"/>
              </a:spcAft>
              <a:buClr>
                <a:schemeClr val="dk1"/>
              </a:buClr>
              <a:buSzPts val="2400"/>
              <a:buChar char="•"/>
              <a:defRPr>
                <a:latin typeface="Arial"/>
                <a:ea typeface="Arial"/>
                <a:cs typeface="Arial"/>
                <a:sym typeface="Arial"/>
              </a:defRPr>
            </a:lvl2pPr>
            <a:lvl3pPr marL="1371600" lvl="2" indent="-355600" algn="l">
              <a:lnSpc>
                <a:spcPct val="90000"/>
              </a:lnSpc>
              <a:spcBef>
                <a:spcPts val="500"/>
              </a:spcBef>
              <a:spcAft>
                <a:spcPts val="0"/>
              </a:spcAft>
              <a:buClr>
                <a:schemeClr val="dk1"/>
              </a:buClr>
              <a:buSzPts val="2000"/>
              <a:buChar char="•"/>
              <a:defRPr>
                <a:latin typeface="Arial"/>
                <a:ea typeface="Arial"/>
                <a:cs typeface="Arial"/>
                <a:sym typeface="Arial"/>
              </a:defRPr>
            </a:lvl3pPr>
            <a:lvl4pPr marL="1828800" lvl="3" indent="-342900" algn="l">
              <a:lnSpc>
                <a:spcPct val="90000"/>
              </a:lnSpc>
              <a:spcBef>
                <a:spcPts val="500"/>
              </a:spcBef>
              <a:spcAft>
                <a:spcPts val="0"/>
              </a:spcAft>
              <a:buClr>
                <a:schemeClr val="dk1"/>
              </a:buClr>
              <a:buSzPts val="1800"/>
              <a:buChar char="•"/>
              <a:defRPr>
                <a:latin typeface="Arial"/>
                <a:ea typeface="Arial"/>
                <a:cs typeface="Arial"/>
                <a:sym typeface="Arial"/>
              </a:defRPr>
            </a:lvl4pPr>
            <a:lvl5pPr marL="2286000" lvl="4" indent="-342900" algn="l">
              <a:lnSpc>
                <a:spcPct val="90000"/>
              </a:lnSpc>
              <a:spcBef>
                <a:spcPts val="500"/>
              </a:spcBef>
              <a:spcAft>
                <a:spcPts val="0"/>
              </a:spcAft>
              <a:buClr>
                <a:schemeClr val="dk1"/>
              </a:buClr>
              <a:buSzPts val="1800"/>
              <a:buChar char="•"/>
              <a:defRPr>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30"/>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8C3AD91-3223-4E89-BEA6-00B7B37F5983}" type="datetime1">
              <a:rPr lang="de-DE" smtClean="0"/>
              <a:t>18.05.2026</a:t>
            </a:fld>
            <a:endParaRPr/>
          </a:p>
        </p:txBody>
      </p:sp>
      <p:sp>
        <p:nvSpPr>
          <p:cNvPr id="50" name="Google Shape;50;p30"/>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de-DE"/>
              <a:t>Timo Funk</a:t>
            </a:r>
            <a:endParaRPr/>
          </a:p>
        </p:txBody>
      </p:sp>
      <p:sp>
        <p:nvSpPr>
          <p:cNvPr id="51" name="Google Shape;51;p30"/>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r>
              <a:rPr lang="de-DE"/>
              <a:t> / 25</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gleich" type="twoTxTwoObj">
  <p:cSld name="TWO_OBJECTS_WITH_TEXT">
    <p:spTree>
      <p:nvGrpSpPr>
        <p:cNvPr id="1" name="Shape 52"/>
        <p:cNvGrpSpPr/>
        <p:nvPr/>
      </p:nvGrpSpPr>
      <p:grpSpPr>
        <a:xfrm>
          <a:off x="0" y="0"/>
          <a:ext cx="0" cy="0"/>
          <a:chOff x="0" y="0"/>
          <a:chExt cx="0" cy="0"/>
        </a:xfrm>
      </p:grpSpPr>
      <p:sp>
        <p:nvSpPr>
          <p:cNvPr id="53" name="Google Shape;53;p31"/>
          <p:cNvSpPr txBox="1">
            <a:spLocks noGrp="1"/>
          </p:cNvSpPr>
          <p:nvPr>
            <p:ph type="title"/>
          </p:nvPr>
        </p:nvSpPr>
        <p:spPr>
          <a:xfrm>
            <a:off x="839788" y="873940"/>
            <a:ext cx="10515600" cy="81674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3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3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3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3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1"/>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C23EB0B5-4FBD-41D0-A33F-CE5362282F7C}" type="datetime1">
              <a:rPr lang="de-DE" smtClean="0"/>
              <a:t>18.05.2026</a:t>
            </a:fld>
            <a:endParaRPr/>
          </a:p>
        </p:txBody>
      </p:sp>
      <p:sp>
        <p:nvSpPr>
          <p:cNvPr id="59" name="Google Shape;59;p31"/>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de-DE"/>
              <a:t>Timo Funk</a:t>
            </a:r>
            <a:endParaRPr/>
          </a:p>
        </p:txBody>
      </p:sp>
      <p:sp>
        <p:nvSpPr>
          <p:cNvPr id="60" name="Google Shape;60;p31"/>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r>
              <a:rPr lang="de-DE"/>
              <a:t> / 25</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ur Titel" type="titleOnly">
  <p:cSld name="TITLE_ONLY">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838200" y="874923"/>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2"/>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E35179A-A945-4C8B-A794-7C7B7CEB19BF}" type="datetime1">
              <a:rPr lang="de-DE" smtClean="0"/>
              <a:t>18.05.2026</a:t>
            </a:fld>
            <a:endParaRPr/>
          </a:p>
        </p:txBody>
      </p:sp>
      <p:sp>
        <p:nvSpPr>
          <p:cNvPr id="64" name="Google Shape;64;p32"/>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de-DE"/>
              <a:t>Timo Funk</a:t>
            </a:r>
            <a:endParaRPr/>
          </a:p>
        </p:txBody>
      </p:sp>
      <p:sp>
        <p:nvSpPr>
          <p:cNvPr id="65" name="Google Shape;65;p32"/>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r>
              <a:rPr lang="de-DE"/>
              <a:t> / 25</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eer" type="blank">
  <p:cSld name="BLANK">
    <p:spTree>
      <p:nvGrpSpPr>
        <p:cNvPr id="1" name="Shape 66"/>
        <p:cNvGrpSpPr/>
        <p:nvPr/>
      </p:nvGrpSpPr>
      <p:grpSpPr>
        <a:xfrm>
          <a:off x="0" y="0"/>
          <a:ext cx="0" cy="0"/>
          <a:chOff x="0" y="0"/>
          <a:chExt cx="0" cy="0"/>
        </a:xfrm>
      </p:grpSpPr>
      <p:sp>
        <p:nvSpPr>
          <p:cNvPr id="67" name="Google Shape;67;p33"/>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048FD303-285B-481A-88AF-38F3B38A1DBE}" type="datetime1">
              <a:rPr lang="de-DE" smtClean="0"/>
              <a:t>18.05.2026</a:t>
            </a:fld>
            <a:endParaRPr/>
          </a:p>
        </p:txBody>
      </p:sp>
      <p:sp>
        <p:nvSpPr>
          <p:cNvPr id="68" name="Google Shape;68;p33"/>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de-DE"/>
              <a:t>Timo Funk</a:t>
            </a:r>
            <a:endParaRPr/>
          </a:p>
        </p:txBody>
      </p:sp>
      <p:sp>
        <p:nvSpPr>
          <p:cNvPr id="69" name="Google Shape;69;p33"/>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r>
              <a:rPr lang="de-DE"/>
              <a:t> / 25</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nhalt mit Überschrift" type="objTx">
  <p:cSld name="OBJECT_WITH_CAPTION_TEXT">
    <p:spTree>
      <p:nvGrpSpPr>
        <p:cNvPr id="1" name="Shape 70"/>
        <p:cNvGrpSpPr/>
        <p:nvPr/>
      </p:nvGrpSpPr>
      <p:grpSpPr>
        <a:xfrm>
          <a:off x="0" y="0"/>
          <a:ext cx="0" cy="0"/>
          <a:chOff x="0" y="0"/>
          <a:chExt cx="0" cy="0"/>
        </a:xfrm>
      </p:grpSpPr>
      <p:sp>
        <p:nvSpPr>
          <p:cNvPr id="71" name="Google Shape;71;p3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3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34"/>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1BC31596-4AB9-4DE4-B58E-CB34FC631056}" type="datetime1">
              <a:rPr lang="de-DE" smtClean="0"/>
              <a:t>18.05.2026</a:t>
            </a:fld>
            <a:endParaRPr/>
          </a:p>
        </p:txBody>
      </p:sp>
      <p:sp>
        <p:nvSpPr>
          <p:cNvPr id="75" name="Google Shape;75;p34"/>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de-DE"/>
              <a:t>Timo Funk</a:t>
            </a:r>
            <a:endParaRPr/>
          </a:p>
        </p:txBody>
      </p:sp>
      <p:sp>
        <p:nvSpPr>
          <p:cNvPr id="76" name="Google Shape;76;p34"/>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r>
              <a:rPr lang="de-DE"/>
              <a:t> / 25</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ld mit Überschrift" type="picTx">
  <p:cSld name="PICTURE_WITH_CAPTION_TEXT">
    <p:spTree>
      <p:nvGrpSpPr>
        <p:cNvPr id="1" name="Shape 77"/>
        <p:cNvGrpSpPr/>
        <p:nvPr/>
      </p:nvGrpSpPr>
      <p:grpSpPr>
        <a:xfrm>
          <a:off x="0" y="0"/>
          <a:ext cx="0" cy="0"/>
          <a:chOff x="0" y="0"/>
          <a:chExt cx="0" cy="0"/>
        </a:xfrm>
      </p:grpSpPr>
      <p:sp>
        <p:nvSpPr>
          <p:cNvPr id="78" name="Google Shape;78;p3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5"/>
          <p:cNvSpPr>
            <a:spLocks noGrp="1"/>
          </p:cNvSpPr>
          <p:nvPr>
            <p:ph type="pic" idx="2"/>
          </p:nvPr>
        </p:nvSpPr>
        <p:spPr>
          <a:xfrm>
            <a:off x="5183188" y="987425"/>
            <a:ext cx="6172200" cy="4873625"/>
          </a:xfrm>
          <a:prstGeom prst="rect">
            <a:avLst/>
          </a:prstGeom>
          <a:noFill/>
          <a:ln>
            <a:noFill/>
          </a:ln>
        </p:spPr>
      </p:sp>
      <p:sp>
        <p:nvSpPr>
          <p:cNvPr id="80" name="Google Shape;80;p3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35"/>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718950CA-703A-4A54-8485-D652B1196E77}" type="datetime1">
              <a:rPr lang="de-DE" smtClean="0"/>
              <a:t>18.05.2026</a:t>
            </a:fld>
            <a:endParaRPr/>
          </a:p>
        </p:txBody>
      </p:sp>
      <p:sp>
        <p:nvSpPr>
          <p:cNvPr id="82" name="Google Shape;82;p35"/>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de-DE"/>
              <a:t>Timo Funk</a:t>
            </a:r>
            <a:endParaRPr/>
          </a:p>
        </p:txBody>
      </p:sp>
      <p:sp>
        <p:nvSpPr>
          <p:cNvPr id="83" name="Google Shape;83;p35"/>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r>
              <a:rPr lang="de-DE"/>
              <a:t> / 25</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3725545"/>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de-DE"/>
              <a:t>Titelmasterformat durch Klicken bearbeiten</a:t>
            </a:r>
          </a:p>
        </p:txBody>
      </p:sp>
      <p:pic>
        <p:nvPicPr>
          <p:cNvPr id="7" name="Grafik 6">
            <a:extLst>
              <a:ext uri="{FF2B5EF4-FFF2-40B4-BE49-F238E27FC236}">
                <a16:creationId xmlns:a16="http://schemas.microsoft.com/office/drawing/2014/main" id="{8D209820-A299-4109-BBBE-A9FFE6CD940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22320" y="906780"/>
            <a:ext cx="5547360" cy="2818765"/>
          </a:xfrm>
          <a:prstGeom prst="rect">
            <a:avLst/>
          </a:prstGeom>
        </p:spPr>
      </p:pic>
      <p:sp>
        <p:nvSpPr>
          <p:cNvPr id="3" name="Datumsplatzhalter 2"/>
          <p:cNvSpPr>
            <a:spLocks noGrp="1"/>
          </p:cNvSpPr>
          <p:nvPr>
            <p:ph type="dt" sz="half" idx="10"/>
          </p:nvPr>
        </p:nvSpPr>
        <p:spPr/>
        <p:txBody>
          <a:bodyPr/>
          <a:lstStyle/>
          <a:p>
            <a:fld id="{161AB0E7-8B85-4CEF-8E3C-DD3F13F03BEC}" type="datetime1">
              <a:rPr lang="de-DE" smtClean="0"/>
              <a:t>18.05.2026</a:t>
            </a:fld>
            <a:endParaRPr lang="de-DE"/>
          </a:p>
        </p:txBody>
      </p:sp>
      <p:sp>
        <p:nvSpPr>
          <p:cNvPr id="4" name="Fußzeilenplatzhalter 3"/>
          <p:cNvSpPr>
            <a:spLocks noGrp="1"/>
          </p:cNvSpPr>
          <p:nvPr>
            <p:ph type="ftr" sz="quarter" idx="11"/>
          </p:nvPr>
        </p:nvSpPr>
        <p:spPr/>
        <p:txBody>
          <a:bodyPr/>
          <a:lstStyle/>
          <a:p>
            <a:r>
              <a:rPr lang="de-DE"/>
              <a:t>Timo Funk</a:t>
            </a:r>
          </a:p>
        </p:txBody>
      </p:sp>
      <p:sp>
        <p:nvSpPr>
          <p:cNvPr id="5" name="Foliennummernplatzhalter 4"/>
          <p:cNvSpPr>
            <a:spLocks noGrp="1"/>
          </p:cNvSpPr>
          <p:nvPr>
            <p:ph type="sldNum" sz="quarter" idx="12"/>
          </p:nvPr>
        </p:nvSpPr>
        <p:spPr/>
        <p:txBody>
          <a:bodyPr/>
          <a:lstStyle/>
          <a:p>
            <a:fld id="{ADF8287D-837E-433E-95C1-4943B5A66DD7}" type="slidenum">
              <a:rPr lang="de-DE" smtClean="0"/>
              <a:pPr/>
              <a:t>‹Nr.›</a:t>
            </a:fld>
            <a:r>
              <a:rPr lang="de-DE"/>
              <a:t> / 25</a:t>
            </a:r>
            <a:endParaRPr lang="de-DE" dirty="0"/>
          </a:p>
        </p:txBody>
      </p:sp>
    </p:spTree>
    <p:extLst>
      <p:ext uri="{BB962C8B-B14F-4D97-AF65-F5344CB8AC3E}">
        <p14:creationId xmlns:p14="http://schemas.microsoft.com/office/powerpoint/2010/main" val="2371935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838200" y="882032"/>
            <a:ext cx="10515600" cy="808656"/>
          </a:xfrm>
        </p:spPr>
        <p:txBody>
          <a:bodyPr/>
          <a:lstStyle>
            <a:lvl1pPr>
              <a:defRPr>
                <a:latin typeface="Arial" panose="020B0604020202020204" pitchFamily="34" charset="0"/>
                <a:cs typeface="Arial" panose="020B0604020202020204" pitchFamily="34" charset="0"/>
              </a:defRPr>
            </a:lvl1pPr>
          </a:lstStyle>
          <a:p>
            <a:r>
              <a:rPr lang="de-DE"/>
              <a:t>Titelmasterformat durch Klicken bearbeiten</a:t>
            </a:r>
          </a:p>
        </p:txBody>
      </p:sp>
      <p:sp>
        <p:nvSpPr>
          <p:cNvPr id="3" name="Inhaltsplatzhalter 2"/>
          <p:cNvSpPr>
            <a:spLocks noGrp="1"/>
          </p:cNvSpPr>
          <p:nvPr>
            <p:ph idx="1"/>
          </p:nvPr>
        </p:nvSpPr>
        <p:spPr>
          <a:xfrm>
            <a:off x="838200" y="1825625"/>
            <a:ext cx="10684858" cy="450445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905042C6-C28C-4AF8-9F21-BFE75589CAAC}" type="datetime1">
              <a:rPr lang="de-DE" smtClean="0"/>
              <a:t>18.05.2026</a:t>
            </a:fld>
            <a:endParaRPr lang="de-DE"/>
          </a:p>
        </p:txBody>
      </p:sp>
      <p:sp>
        <p:nvSpPr>
          <p:cNvPr id="8" name="Fußzeilenplatzhalter 7"/>
          <p:cNvSpPr>
            <a:spLocks noGrp="1"/>
          </p:cNvSpPr>
          <p:nvPr>
            <p:ph type="ftr" sz="quarter" idx="11"/>
          </p:nvPr>
        </p:nvSpPr>
        <p:spPr/>
        <p:txBody>
          <a:bodyPr/>
          <a:lstStyle/>
          <a:p>
            <a:r>
              <a:rPr lang="de-DE"/>
              <a:t>Timo Funk</a:t>
            </a:r>
          </a:p>
        </p:txBody>
      </p:sp>
      <p:sp>
        <p:nvSpPr>
          <p:cNvPr id="9" name="Foliennummernplatzhalter 8"/>
          <p:cNvSpPr>
            <a:spLocks noGrp="1"/>
          </p:cNvSpPr>
          <p:nvPr>
            <p:ph type="sldNum" sz="quarter" idx="12"/>
          </p:nvPr>
        </p:nvSpPr>
        <p:spPr/>
        <p:txBody>
          <a:bodyPr/>
          <a:lstStyle/>
          <a:p>
            <a:fld id="{ADF8287D-837E-433E-95C1-4943B5A66DD7}" type="slidenum">
              <a:rPr lang="de-DE" smtClean="0"/>
              <a:pPr/>
              <a:t>‹Nr.›</a:t>
            </a:fld>
            <a:r>
              <a:rPr lang="de-DE"/>
              <a:t> / 25</a:t>
            </a:r>
            <a:endParaRPr lang="de-DE" dirty="0"/>
          </a:p>
        </p:txBody>
      </p:sp>
    </p:spTree>
    <p:extLst>
      <p:ext uri="{BB962C8B-B14F-4D97-AF65-F5344CB8AC3E}">
        <p14:creationId xmlns:p14="http://schemas.microsoft.com/office/powerpoint/2010/main" val="4246299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1964602" y="882032"/>
            <a:ext cx="9389198" cy="808656"/>
          </a:xfrm>
        </p:spPr>
        <p:txBody>
          <a:bodyPr/>
          <a:lstStyle>
            <a:lvl1pPr>
              <a:defRPr>
                <a:latin typeface="Arial" panose="020B0604020202020204" pitchFamily="34" charset="0"/>
                <a:cs typeface="Arial" panose="020B0604020202020204" pitchFamily="34" charset="0"/>
              </a:defRPr>
            </a:lvl1pPr>
          </a:lstStyle>
          <a:p>
            <a:r>
              <a:rPr lang="de-DE" dirty="0"/>
              <a:t>Titelmasterformat durch Klicken bearbeiten</a:t>
            </a:r>
          </a:p>
        </p:txBody>
      </p:sp>
      <p:sp>
        <p:nvSpPr>
          <p:cNvPr id="3" name="Inhaltsplatzhalter 2"/>
          <p:cNvSpPr>
            <a:spLocks noGrp="1"/>
          </p:cNvSpPr>
          <p:nvPr>
            <p:ph idx="1"/>
          </p:nvPr>
        </p:nvSpPr>
        <p:spPr>
          <a:xfrm>
            <a:off x="1964602" y="1825625"/>
            <a:ext cx="9558455" cy="450445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Rechteck 6">
            <a:extLst>
              <a:ext uri="{FF2B5EF4-FFF2-40B4-BE49-F238E27FC236}">
                <a16:creationId xmlns:a16="http://schemas.microsoft.com/office/drawing/2014/main" id="{3AE00FA5-CBDF-7D8A-AE9D-F6C49250437E}"/>
              </a:ext>
            </a:extLst>
          </p:cNvPr>
          <p:cNvSpPr/>
          <p:nvPr userDrawn="1"/>
        </p:nvSpPr>
        <p:spPr>
          <a:xfrm>
            <a:off x="1" y="719138"/>
            <a:ext cx="1964601" cy="5741193"/>
          </a:xfrm>
          <a:prstGeom prst="rect">
            <a:avLst/>
          </a:prstGeom>
          <a:solidFill>
            <a:srgbClr val="0059BC"/>
          </a:solidFill>
          <a:ln>
            <a:solidFill>
              <a:srgbClr val="0059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Datumsplatzhalter 7"/>
          <p:cNvSpPr>
            <a:spLocks noGrp="1"/>
          </p:cNvSpPr>
          <p:nvPr>
            <p:ph type="dt" sz="half" idx="10"/>
          </p:nvPr>
        </p:nvSpPr>
        <p:spPr/>
        <p:txBody>
          <a:bodyPr/>
          <a:lstStyle/>
          <a:p>
            <a:fld id="{1ECEE33A-7751-4813-A4ED-FB81A8070FB8}" type="datetime1">
              <a:rPr lang="de-DE" smtClean="0"/>
              <a:t>18.05.2026</a:t>
            </a:fld>
            <a:endParaRPr lang="de-DE"/>
          </a:p>
        </p:txBody>
      </p:sp>
      <p:sp>
        <p:nvSpPr>
          <p:cNvPr id="9" name="Fußzeilenplatzhalter 8"/>
          <p:cNvSpPr>
            <a:spLocks noGrp="1"/>
          </p:cNvSpPr>
          <p:nvPr>
            <p:ph type="ftr" sz="quarter" idx="11"/>
          </p:nvPr>
        </p:nvSpPr>
        <p:spPr/>
        <p:txBody>
          <a:bodyPr/>
          <a:lstStyle/>
          <a:p>
            <a:r>
              <a:rPr lang="de-DE"/>
              <a:t>Timo Funk</a:t>
            </a:r>
          </a:p>
        </p:txBody>
      </p:sp>
      <p:sp>
        <p:nvSpPr>
          <p:cNvPr id="10" name="Foliennummernplatzhalter 9"/>
          <p:cNvSpPr>
            <a:spLocks noGrp="1"/>
          </p:cNvSpPr>
          <p:nvPr>
            <p:ph type="sldNum" sz="quarter" idx="12"/>
          </p:nvPr>
        </p:nvSpPr>
        <p:spPr/>
        <p:txBody>
          <a:bodyPr/>
          <a:lstStyle/>
          <a:p>
            <a:fld id="{ADF8287D-837E-433E-95C1-4943B5A66DD7}" type="slidenum">
              <a:rPr lang="de-DE" smtClean="0"/>
              <a:pPr/>
              <a:t>‹Nr.›</a:t>
            </a:fld>
            <a:r>
              <a:rPr lang="de-DE"/>
              <a:t> / 25</a:t>
            </a:r>
            <a:endParaRPr lang="de-DE" dirty="0"/>
          </a:p>
        </p:txBody>
      </p:sp>
    </p:spTree>
    <p:extLst>
      <p:ext uri="{BB962C8B-B14F-4D97-AF65-F5344CB8AC3E}">
        <p14:creationId xmlns:p14="http://schemas.microsoft.com/office/powerpoint/2010/main" val="1579750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atin typeface="Arial" panose="020B0604020202020204" pitchFamily="34" charset="0"/>
                <a:cs typeface="Arial" panose="020B0604020202020204" pitchFamily="34" charset="0"/>
              </a:defRPr>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7" name="Datumsplatzhalter 6"/>
          <p:cNvSpPr>
            <a:spLocks noGrp="1"/>
          </p:cNvSpPr>
          <p:nvPr>
            <p:ph type="dt" sz="half" idx="10"/>
          </p:nvPr>
        </p:nvSpPr>
        <p:spPr/>
        <p:txBody>
          <a:bodyPr/>
          <a:lstStyle/>
          <a:p>
            <a:fld id="{B607FB5E-368D-4EA2-9055-F148649951F1}" type="datetime1">
              <a:rPr lang="de-DE" smtClean="0"/>
              <a:t>18.05.2026</a:t>
            </a:fld>
            <a:endParaRPr lang="de-DE"/>
          </a:p>
        </p:txBody>
      </p:sp>
      <p:sp>
        <p:nvSpPr>
          <p:cNvPr id="8" name="Fußzeilenplatzhalter 7"/>
          <p:cNvSpPr>
            <a:spLocks noGrp="1"/>
          </p:cNvSpPr>
          <p:nvPr>
            <p:ph type="ftr" sz="quarter" idx="11"/>
          </p:nvPr>
        </p:nvSpPr>
        <p:spPr/>
        <p:txBody>
          <a:bodyPr/>
          <a:lstStyle/>
          <a:p>
            <a:r>
              <a:rPr lang="de-DE"/>
              <a:t>Timo Funk</a:t>
            </a:r>
          </a:p>
        </p:txBody>
      </p:sp>
      <p:sp>
        <p:nvSpPr>
          <p:cNvPr id="9" name="Foliennummernplatzhalter 8"/>
          <p:cNvSpPr>
            <a:spLocks noGrp="1"/>
          </p:cNvSpPr>
          <p:nvPr>
            <p:ph type="sldNum" sz="quarter" idx="12"/>
          </p:nvPr>
        </p:nvSpPr>
        <p:spPr/>
        <p:txBody>
          <a:bodyPr/>
          <a:lstStyle/>
          <a:p>
            <a:fld id="{ADF8287D-837E-433E-95C1-4943B5A66DD7}" type="slidenum">
              <a:rPr lang="de-DE" smtClean="0"/>
              <a:pPr/>
              <a:t>‹Nr.›</a:t>
            </a:fld>
            <a:r>
              <a:rPr lang="de-DE"/>
              <a:t> / 25</a:t>
            </a:r>
            <a:endParaRPr lang="de-DE" dirty="0"/>
          </a:p>
        </p:txBody>
      </p:sp>
    </p:spTree>
    <p:extLst>
      <p:ext uri="{BB962C8B-B14F-4D97-AF65-F5344CB8AC3E}">
        <p14:creationId xmlns:p14="http://schemas.microsoft.com/office/powerpoint/2010/main" val="20677327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838200" y="865848"/>
            <a:ext cx="10515600" cy="824840"/>
          </a:xfrm>
        </p:spPr>
        <p:txBody>
          <a:bodyPr/>
          <a:lstStyle>
            <a:lvl1pPr>
              <a:defRPr>
                <a:latin typeface="Arial" panose="020B0604020202020204" pitchFamily="34" charset="0"/>
                <a:cs typeface="Arial" panose="020B0604020202020204" pitchFamily="34" charset="0"/>
              </a:defRPr>
            </a:lvl1pPr>
          </a:lstStyle>
          <a:p>
            <a:r>
              <a:rPr lang="de-DE"/>
              <a:t>Titelmasterformat durch Klicken bearbeiten</a:t>
            </a:r>
          </a:p>
        </p:txBody>
      </p:sp>
      <p:sp>
        <p:nvSpPr>
          <p:cNvPr id="3" name="Inhaltsplatzhalter 2"/>
          <p:cNvSpPr>
            <a:spLocks noGrp="1"/>
          </p:cNvSpPr>
          <p:nvPr>
            <p:ph sz="half" idx="1"/>
          </p:nvPr>
        </p:nvSpPr>
        <p:spPr>
          <a:xfrm>
            <a:off x="838200" y="1825625"/>
            <a:ext cx="5142469"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26" name="Inhaltsplatzhalter 2"/>
          <p:cNvSpPr>
            <a:spLocks noGrp="1"/>
          </p:cNvSpPr>
          <p:nvPr>
            <p:ph sz="half" idx="13"/>
          </p:nvPr>
        </p:nvSpPr>
        <p:spPr>
          <a:xfrm>
            <a:off x="6096001" y="1825625"/>
            <a:ext cx="5257800" cy="435133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4"/>
          </p:nvPr>
        </p:nvSpPr>
        <p:spPr/>
        <p:txBody>
          <a:bodyPr/>
          <a:lstStyle/>
          <a:p>
            <a:fld id="{8457422D-8E48-4383-ABF5-34D293447E43}" type="datetime1">
              <a:rPr lang="de-DE" smtClean="0"/>
              <a:t>18.05.2026</a:t>
            </a:fld>
            <a:endParaRPr lang="de-DE"/>
          </a:p>
        </p:txBody>
      </p:sp>
      <p:sp>
        <p:nvSpPr>
          <p:cNvPr id="8" name="Fußzeilenplatzhalter 7"/>
          <p:cNvSpPr>
            <a:spLocks noGrp="1"/>
          </p:cNvSpPr>
          <p:nvPr>
            <p:ph type="ftr" sz="quarter" idx="15"/>
          </p:nvPr>
        </p:nvSpPr>
        <p:spPr/>
        <p:txBody>
          <a:bodyPr/>
          <a:lstStyle/>
          <a:p>
            <a:r>
              <a:rPr lang="de-DE"/>
              <a:t>Timo Funk</a:t>
            </a:r>
          </a:p>
        </p:txBody>
      </p:sp>
      <p:sp>
        <p:nvSpPr>
          <p:cNvPr id="9" name="Foliennummernplatzhalter 8"/>
          <p:cNvSpPr>
            <a:spLocks noGrp="1"/>
          </p:cNvSpPr>
          <p:nvPr>
            <p:ph type="sldNum" sz="quarter" idx="16"/>
          </p:nvPr>
        </p:nvSpPr>
        <p:spPr/>
        <p:txBody>
          <a:bodyPr/>
          <a:lstStyle/>
          <a:p>
            <a:fld id="{ADF8287D-837E-433E-95C1-4943B5A66DD7}" type="slidenum">
              <a:rPr lang="de-DE" smtClean="0"/>
              <a:pPr/>
              <a:t>‹Nr.›</a:t>
            </a:fld>
            <a:r>
              <a:rPr lang="de-DE"/>
              <a:t> / 25</a:t>
            </a:r>
            <a:endParaRPr lang="de-DE" dirty="0"/>
          </a:p>
        </p:txBody>
      </p:sp>
    </p:spTree>
    <p:extLst>
      <p:ext uri="{BB962C8B-B14F-4D97-AF65-F5344CB8AC3E}">
        <p14:creationId xmlns:p14="http://schemas.microsoft.com/office/powerpoint/2010/main" val="2103234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873940"/>
            <a:ext cx="10515600" cy="816748"/>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10" name="Datumsplatzhalter 9"/>
          <p:cNvSpPr>
            <a:spLocks noGrp="1"/>
          </p:cNvSpPr>
          <p:nvPr>
            <p:ph type="dt" sz="half" idx="10"/>
          </p:nvPr>
        </p:nvSpPr>
        <p:spPr/>
        <p:txBody>
          <a:bodyPr/>
          <a:lstStyle/>
          <a:p>
            <a:fld id="{30B635CC-00F9-4E8F-9322-4F164D9C1634}" type="datetime1">
              <a:rPr lang="de-DE" smtClean="0"/>
              <a:t>18.05.2026</a:t>
            </a:fld>
            <a:endParaRPr lang="de-DE"/>
          </a:p>
        </p:txBody>
      </p:sp>
      <p:sp>
        <p:nvSpPr>
          <p:cNvPr id="11" name="Fußzeilenplatzhalter 10"/>
          <p:cNvSpPr>
            <a:spLocks noGrp="1"/>
          </p:cNvSpPr>
          <p:nvPr>
            <p:ph type="ftr" sz="quarter" idx="11"/>
          </p:nvPr>
        </p:nvSpPr>
        <p:spPr/>
        <p:txBody>
          <a:bodyPr/>
          <a:lstStyle/>
          <a:p>
            <a:r>
              <a:rPr lang="de-DE"/>
              <a:t>Timo Funk</a:t>
            </a:r>
          </a:p>
        </p:txBody>
      </p:sp>
      <p:sp>
        <p:nvSpPr>
          <p:cNvPr id="12" name="Foliennummernplatzhalter 11"/>
          <p:cNvSpPr>
            <a:spLocks noGrp="1"/>
          </p:cNvSpPr>
          <p:nvPr>
            <p:ph type="sldNum" sz="quarter" idx="12"/>
          </p:nvPr>
        </p:nvSpPr>
        <p:spPr/>
        <p:txBody>
          <a:bodyPr/>
          <a:lstStyle/>
          <a:p>
            <a:fld id="{ADF8287D-837E-433E-95C1-4943B5A66DD7}" type="slidenum">
              <a:rPr lang="de-DE" smtClean="0"/>
              <a:pPr/>
              <a:t>‹Nr.›</a:t>
            </a:fld>
            <a:r>
              <a:rPr lang="de-DE"/>
              <a:t> / 25</a:t>
            </a:r>
            <a:endParaRPr lang="de-DE" dirty="0"/>
          </a:p>
        </p:txBody>
      </p:sp>
    </p:spTree>
    <p:extLst>
      <p:ext uri="{BB962C8B-B14F-4D97-AF65-F5344CB8AC3E}">
        <p14:creationId xmlns:p14="http://schemas.microsoft.com/office/powerpoint/2010/main" val="588574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838200" y="874923"/>
            <a:ext cx="10515600" cy="1325563"/>
          </a:xfrm>
        </p:spPr>
        <p:txBody>
          <a:bodyPr/>
          <a:lstStyle/>
          <a:p>
            <a:r>
              <a:rPr lang="de-DE"/>
              <a:t>Titelmasterformat durch Klicken bearbeiten</a:t>
            </a:r>
          </a:p>
        </p:txBody>
      </p:sp>
      <p:sp>
        <p:nvSpPr>
          <p:cNvPr id="6" name="Datumsplatzhalter 5"/>
          <p:cNvSpPr>
            <a:spLocks noGrp="1"/>
          </p:cNvSpPr>
          <p:nvPr>
            <p:ph type="dt" sz="half" idx="10"/>
          </p:nvPr>
        </p:nvSpPr>
        <p:spPr/>
        <p:txBody>
          <a:bodyPr/>
          <a:lstStyle/>
          <a:p>
            <a:fld id="{C57828D8-A9CC-47D0-BD6C-E425418F801A}" type="datetime1">
              <a:rPr lang="de-DE" smtClean="0"/>
              <a:t>18.05.2026</a:t>
            </a:fld>
            <a:endParaRPr lang="de-DE"/>
          </a:p>
        </p:txBody>
      </p:sp>
      <p:sp>
        <p:nvSpPr>
          <p:cNvPr id="7" name="Fußzeilenplatzhalter 6"/>
          <p:cNvSpPr>
            <a:spLocks noGrp="1"/>
          </p:cNvSpPr>
          <p:nvPr>
            <p:ph type="ftr" sz="quarter" idx="11"/>
          </p:nvPr>
        </p:nvSpPr>
        <p:spPr/>
        <p:txBody>
          <a:bodyPr/>
          <a:lstStyle/>
          <a:p>
            <a:r>
              <a:rPr lang="de-DE"/>
              <a:t>Timo Funk</a:t>
            </a:r>
          </a:p>
        </p:txBody>
      </p:sp>
      <p:sp>
        <p:nvSpPr>
          <p:cNvPr id="8" name="Foliennummernplatzhalter 7"/>
          <p:cNvSpPr>
            <a:spLocks noGrp="1"/>
          </p:cNvSpPr>
          <p:nvPr>
            <p:ph type="sldNum" sz="quarter" idx="12"/>
          </p:nvPr>
        </p:nvSpPr>
        <p:spPr/>
        <p:txBody>
          <a:bodyPr/>
          <a:lstStyle/>
          <a:p>
            <a:fld id="{ADF8287D-837E-433E-95C1-4943B5A66DD7}" type="slidenum">
              <a:rPr lang="de-DE" smtClean="0"/>
              <a:pPr/>
              <a:t>‹Nr.›</a:t>
            </a:fld>
            <a:r>
              <a:rPr lang="de-DE"/>
              <a:t> / 25</a:t>
            </a:r>
            <a:endParaRPr lang="de-DE" dirty="0"/>
          </a:p>
        </p:txBody>
      </p:sp>
    </p:spTree>
    <p:extLst>
      <p:ext uri="{BB962C8B-B14F-4D97-AF65-F5344CB8AC3E}">
        <p14:creationId xmlns:p14="http://schemas.microsoft.com/office/powerpoint/2010/main" val="4051475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Datumsplatzhalter 4"/>
          <p:cNvSpPr>
            <a:spLocks noGrp="1"/>
          </p:cNvSpPr>
          <p:nvPr>
            <p:ph type="dt" sz="half" idx="10"/>
          </p:nvPr>
        </p:nvSpPr>
        <p:spPr/>
        <p:txBody>
          <a:bodyPr/>
          <a:lstStyle/>
          <a:p>
            <a:fld id="{B50591E3-A082-4137-931D-6DA0FB83A8FD}" type="datetime1">
              <a:rPr lang="de-DE" smtClean="0"/>
              <a:t>18.05.2026</a:t>
            </a:fld>
            <a:endParaRPr lang="de-DE"/>
          </a:p>
        </p:txBody>
      </p:sp>
      <p:sp>
        <p:nvSpPr>
          <p:cNvPr id="6" name="Fußzeilenplatzhalter 5"/>
          <p:cNvSpPr>
            <a:spLocks noGrp="1"/>
          </p:cNvSpPr>
          <p:nvPr>
            <p:ph type="ftr" sz="quarter" idx="11"/>
          </p:nvPr>
        </p:nvSpPr>
        <p:spPr/>
        <p:txBody>
          <a:bodyPr/>
          <a:lstStyle/>
          <a:p>
            <a:r>
              <a:rPr lang="de-DE"/>
              <a:t>Timo Funk</a:t>
            </a:r>
          </a:p>
        </p:txBody>
      </p:sp>
      <p:sp>
        <p:nvSpPr>
          <p:cNvPr id="7" name="Foliennummernplatzhalter 6"/>
          <p:cNvSpPr>
            <a:spLocks noGrp="1"/>
          </p:cNvSpPr>
          <p:nvPr>
            <p:ph type="sldNum" sz="quarter" idx="12"/>
          </p:nvPr>
        </p:nvSpPr>
        <p:spPr/>
        <p:txBody>
          <a:bodyPr/>
          <a:lstStyle/>
          <a:p>
            <a:fld id="{ADF8287D-837E-433E-95C1-4943B5A66DD7}" type="slidenum">
              <a:rPr lang="de-DE" smtClean="0"/>
              <a:pPr/>
              <a:t>‹Nr.›</a:t>
            </a:fld>
            <a:r>
              <a:rPr lang="de-DE"/>
              <a:t> / 25</a:t>
            </a:r>
            <a:endParaRPr lang="de-DE" dirty="0"/>
          </a:p>
        </p:txBody>
      </p:sp>
    </p:spTree>
    <p:extLst>
      <p:ext uri="{BB962C8B-B14F-4D97-AF65-F5344CB8AC3E}">
        <p14:creationId xmlns:p14="http://schemas.microsoft.com/office/powerpoint/2010/main" val="12880321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8" name="Datumsplatzhalter 7"/>
          <p:cNvSpPr>
            <a:spLocks noGrp="1"/>
          </p:cNvSpPr>
          <p:nvPr>
            <p:ph type="dt" sz="half" idx="10"/>
          </p:nvPr>
        </p:nvSpPr>
        <p:spPr/>
        <p:txBody>
          <a:bodyPr/>
          <a:lstStyle/>
          <a:p>
            <a:fld id="{E8F4C2C9-A296-47BF-A619-52E66AF8B1C5}" type="datetime1">
              <a:rPr lang="de-DE" smtClean="0"/>
              <a:t>18.05.2026</a:t>
            </a:fld>
            <a:endParaRPr lang="de-DE"/>
          </a:p>
        </p:txBody>
      </p:sp>
      <p:sp>
        <p:nvSpPr>
          <p:cNvPr id="9" name="Fußzeilenplatzhalter 8"/>
          <p:cNvSpPr>
            <a:spLocks noGrp="1"/>
          </p:cNvSpPr>
          <p:nvPr>
            <p:ph type="ftr" sz="quarter" idx="11"/>
          </p:nvPr>
        </p:nvSpPr>
        <p:spPr/>
        <p:txBody>
          <a:bodyPr/>
          <a:lstStyle/>
          <a:p>
            <a:r>
              <a:rPr lang="de-DE"/>
              <a:t>Timo Funk</a:t>
            </a:r>
          </a:p>
        </p:txBody>
      </p:sp>
      <p:sp>
        <p:nvSpPr>
          <p:cNvPr id="10" name="Foliennummernplatzhalter 9"/>
          <p:cNvSpPr>
            <a:spLocks noGrp="1"/>
          </p:cNvSpPr>
          <p:nvPr>
            <p:ph type="sldNum" sz="quarter" idx="12"/>
          </p:nvPr>
        </p:nvSpPr>
        <p:spPr/>
        <p:txBody>
          <a:bodyPr/>
          <a:lstStyle/>
          <a:p>
            <a:fld id="{ADF8287D-837E-433E-95C1-4943B5A66DD7}" type="slidenum">
              <a:rPr lang="de-DE" smtClean="0"/>
              <a:pPr/>
              <a:t>‹Nr.›</a:t>
            </a:fld>
            <a:r>
              <a:rPr lang="de-DE"/>
              <a:t> / 25</a:t>
            </a:r>
            <a:endParaRPr lang="de-DE" dirty="0"/>
          </a:p>
        </p:txBody>
      </p:sp>
    </p:spTree>
    <p:extLst>
      <p:ext uri="{BB962C8B-B14F-4D97-AF65-F5344CB8AC3E}">
        <p14:creationId xmlns:p14="http://schemas.microsoft.com/office/powerpoint/2010/main" val="13408054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8" name="Datumsplatzhalter 7"/>
          <p:cNvSpPr>
            <a:spLocks noGrp="1"/>
          </p:cNvSpPr>
          <p:nvPr>
            <p:ph type="dt" sz="half" idx="10"/>
          </p:nvPr>
        </p:nvSpPr>
        <p:spPr/>
        <p:txBody>
          <a:bodyPr/>
          <a:lstStyle/>
          <a:p>
            <a:fld id="{93AD5924-92E6-4167-9C49-2A4BEDA472BA}" type="datetime1">
              <a:rPr lang="de-DE" smtClean="0"/>
              <a:t>18.05.2026</a:t>
            </a:fld>
            <a:endParaRPr lang="de-DE"/>
          </a:p>
        </p:txBody>
      </p:sp>
      <p:sp>
        <p:nvSpPr>
          <p:cNvPr id="9" name="Fußzeilenplatzhalter 8"/>
          <p:cNvSpPr>
            <a:spLocks noGrp="1"/>
          </p:cNvSpPr>
          <p:nvPr>
            <p:ph type="ftr" sz="quarter" idx="11"/>
          </p:nvPr>
        </p:nvSpPr>
        <p:spPr/>
        <p:txBody>
          <a:bodyPr/>
          <a:lstStyle/>
          <a:p>
            <a:r>
              <a:rPr lang="de-DE"/>
              <a:t>Timo Funk</a:t>
            </a:r>
          </a:p>
        </p:txBody>
      </p:sp>
      <p:sp>
        <p:nvSpPr>
          <p:cNvPr id="10" name="Foliennummernplatzhalter 9"/>
          <p:cNvSpPr>
            <a:spLocks noGrp="1"/>
          </p:cNvSpPr>
          <p:nvPr>
            <p:ph type="sldNum" sz="quarter" idx="12"/>
          </p:nvPr>
        </p:nvSpPr>
        <p:spPr/>
        <p:txBody>
          <a:bodyPr/>
          <a:lstStyle/>
          <a:p>
            <a:fld id="{ADF8287D-837E-433E-95C1-4943B5A66DD7}" type="slidenum">
              <a:rPr lang="de-DE" smtClean="0"/>
              <a:pPr/>
              <a:t>‹Nr.›</a:t>
            </a:fld>
            <a:r>
              <a:rPr lang="de-DE"/>
              <a:t> / 25</a:t>
            </a:r>
            <a:endParaRPr lang="de-DE" dirty="0"/>
          </a:p>
        </p:txBody>
      </p:sp>
    </p:spTree>
    <p:extLst>
      <p:ext uri="{BB962C8B-B14F-4D97-AF65-F5344CB8AC3E}">
        <p14:creationId xmlns:p14="http://schemas.microsoft.com/office/powerpoint/2010/main" val="579340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2.gif"/><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jp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5"/>
          <p:cNvSpPr txBox="1">
            <a:spLocks noGrp="1"/>
          </p:cNvSpPr>
          <p:nvPr>
            <p:ph type="title"/>
          </p:nvPr>
        </p:nvSpPr>
        <p:spPr>
          <a:xfrm>
            <a:off x="582627" y="827718"/>
            <a:ext cx="10940431" cy="86297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5"/>
          <p:cNvSpPr txBox="1">
            <a:spLocks noGrp="1"/>
          </p:cNvSpPr>
          <p:nvPr>
            <p:ph type="body" idx="1"/>
          </p:nvPr>
        </p:nvSpPr>
        <p:spPr>
          <a:xfrm>
            <a:off x="582627" y="1825625"/>
            <a:ext cx="10940431" cy="450445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5"/>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fld id="{7F52D0FB-861F-4D82-83A5-D6FC46408C8C}" type="datetime1">
              <a:rPr lang="de-DE" smtClean="0"/>
              <a:t>18.05.2026</a:t>
            </a:fld>
            <a:endParaRPr/>
          </a:p>
        </p:txBody>
      </p:sp>
      <p:sp>
        <p:nvSpPr>
          <p:cNvPr id="13" name="Google Shape;13;p25"/>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de-DE"/>
              <a:t>Timo Funk</a:t>
            </a:r>
            <a:endParaRPr/>
          </a:p>
        </p:txBody>
      </p:sp>
      <p:sp>
        <p:nvSpPr>
          <p:cNvPr id="14" name="Google Shape;14;p25"/>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600"/>
              <a:buFont typeface="Arial"/>
              <a:buNone/>
              <a:defRPr sz="16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e-DE"/>
              <a:t>‹Nr.›</a:t>
            </a:fld>
            <a:r>
              <a:rPr lang="de-DE"/>
              <a:t> / 25</a:t>
            </a:r>
            <a:endParaRPr sz="1400">
              <a:solidFill>
                <a:srgbClr val="000000"/>
              </a:solidFill>
            </a:endParaRPr>
          </a:p>
        </p:txBody>
      </p:sp>
      <p:sp>
        <p:nvSpPr>
          <p:cNvPr id="15" name="Google Shape;15;p25"/>
          <p:cNvSpPr txBox="1"/>
          <p:nvPr/>
        </p:nvSpPr>
        <p:spPr>
          <a:xfrm>
            <a:off x="1780248" y="258141"/>
            <a:ext cx="8642294" cy="393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2000"/>
              <a:buFont typeface="Calibri"/>
              <a:buNone/>
            </a:pPr>
            <a:endParaRPr sz="2000" b="1" i="0" u="none" strike="noStrike" cap="none">
              <a:solidFill>
                <a:srgbClr val="0059BC"/>
              </a:solidFill>
              <a:latin typeface="Arial"/>
              <a:ea typeface="Arial"/>
              <a:cs typeface="Arial"/>
              <a:sym typeface="Arial"/>
            </a:endParaRPr>
          </a:p>
        </p:txBody>
      </p:sp>
      <p:cxnSp>
        <p:nvCxnSpPr>
          <p:cNvPr id="16" name="Google Shape;16;p25"/>
          <p:cNvCxnSpPr/>
          <p:nvPr/>
        </p:nvCxnSpPr>
        <p:spPr>
          <a:xfrm>
            <a:off x="0" y="742312"/>
            <a:ext cx="12192000" cy="0"/>
          </a:xfrm>
          <a:prstGeom prst="straightConnector1">
            <a:avLst/>
          </a:prstGeom>
          <a:noFill/>
          <a:ln w="63500" cap="flat" cmpd="sng">
            <a:solidFill>
              <a:srgbClr val="0059BC"/>
            </a:solidFill>
            <a:prstDash val="solid"/>
            <a:round/>
            <a:headEnd type="none" w="sm" len="sm"/>
            <a:tailEnd type="none" w="sm" len="sm"/>
          </a:ln>
        </p:spPr>
      </p:cxnSp>
      <p:pic>
        <p:nvPicPr>
          <p:cNvPr id="17" name="Google Shape;17;p25" descr="RP_Wappen_V1_CL"/>
          <p:cNvPicPr preferRelativeResize="0"/>
          <p:nvPr/>
        </p:nvPicPr>
        <p:blipFill rotWithShape="1">
          <a:blip r:embed="rId12">
            <a:alphaModFix/>
          </a:blip>
          <a:srcRect/>
          <a:stretch/>
        </p:blipFill>
        <p:spPr>
          <a:xfrm>
            <a:off x="284584" y="225508"/>
            <a:ext cx="1296987" cy="393700"/>
          </a:xfrm>
          <a:prstGeom prst="rect">
            <a:avLst/>
          </a:prstGeom>
          <a:noFill/>
          <a:ln>
            <a:noFill/>
          </a:ln>
        </p:spPr>
      </p:pic>
      <p:pic>
        <p:nvPicPr>
          <p:cNvPr id="18" name="Google Shape;18;p25" descr="C:\Temp\Rar$DR04.480\LBM_LOGO_PFEIL_800x475.gif"/>
          <p:cNvPicPr preferRelativeResize="0"/>
          <p:nvPr/>
        </p:nvPicPr>
        <p:blipFill rotWithShape="1">
          <a:blip r:embed="rId13">
            <a:alphaModFix/>
          </a:blip>
          <a:srcRect/>
          <a:stretch/>
        </p:blipFill>
        <p:spPr>
          <a:xfrm>
            <a:off x="10886570" y="53735"/>
            <a:ext cx="1133798" cy="673192"/>
          </a:xfrm>
          <a:prstGeom prst="rect">
            <a:avLst/>
          </a:prstGeom>
          <a:noFill/>
          <a:ln>
            <a:noFill/>
          </a:ln>
        </p:spPr>
      </p:pic>
      <p:cxnSp>
        <p:nvCxnSpPr>
          <p:cNvPr id="19" name="Google Shape;19;p25"/>
          <p:cNvCxnSpPr/>
          <p:nvPr/>
        </p:nvCxnSpPr>
        <p:spPr>
          <a:xfrm>
            <a:off x="0" y="6453188"/>
            <a:ext cx="12192000" cy="0"/>
          </a:xfrm>
          <a:prstGeom prst="straightConnector1">
            <a:avLst/>
          </a:prstGeom>
          <a:noFill/>
          <a:ln w="44450" cap="flat" cmpd="sng">
            <a:solidFill>
              <a:srgbClr val="0059BC"/>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582627" y="827718"/>
            <a:ext cx="10940431" cy="86297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582627" y="1825625"/>
            <a:ext cx="10940431" cy="450445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207024" y="6485822"/>
            <a:ext cx="2743200" cy="365125"/>
          </a:xfrm>
          <a:prstGeom prst="rect">
            <a:avLst/>
          </a:prstGeom>
        </p:spPr>
        <p:txBody>
          <a:bodyPr vert="horz" lIns="91440" tIns="45720" rIns="91440" bIns="45720" rtlCol="0" anchor="ctr"/>
          <a:lstStyle>
            <a:lvl1pPr algn="l">
              <a:defRPr sz="1600">
                <a:solidFill>
                  <a:schemeClr val="tx1"/>
                </a:solidFill>
                <a:latin typeface="Arial" panose="020B0604020202020204" pitchFamily="34" charset="0"/>
                <a:cs typeface="Arial" panose="020B0604020202020204" pitchFamily="34" charset="0"/>
              </a:defRPr>
            </a:lvl1pPr>
          </a:lstStyle>
          <a:p>
            <a:fld id="{98B6DD76-A19D-42BA-B3D6-7E0A18D7B78C}" type="datetime1">
              <a:rPr lang="de-DE" smtClean="0"/>
              <a:t>18.05.2026</a:t>
            </a:fld>
            <a:endParaRPr lang="de-DE"/>
          </a:p>
        </p:txBody>
      </p:sp>
      <p:sp>
        <p:nvSpPr>
          <p:cNvPr id="5" name="Fußzeilenplatzhalter 4"/>
          <p:cNvSpPr>
            <a:spLocks noGrp="1"/>
          </p:cNvSpPr>
          <p:nvPr>
            <p:ph type="ftr" sz="quarter" idx="3"/>
          </p:nvPr>
        </p:nvSpPr>
        <p:spPr>
          <a:xfrm>
            <a:off x="4038600" y="6485822"/>
            <a:ext cx="4114800" cy="365125"/>
          </a:xfrm>
          <a:prstGeom prst="rect">
            <a:avLst/>
          </a:prstGeom>
        </p:spPr>
        <p:txBody>
          <a:bodyPr vert="horz" lIns="91440" tIns="45720" rIns="91440" bIns="45720" rtlCol="0" anchor="ctr"/>
          <a:lstStyle>
            <a:lvl1pPr algn="ctr">
              <a:defRPr sz="1600">
                <a:solidFill>
                  <a:schemeClr val="tx1"/>
                </a:solidFill>
                <a:latin typeface="Arial" panose="020B0604020202020204" pitchFamily="34" charset="0"/>
                <a:cs typeface="Arial" panose="020B0604020202020204" pitchFamily="34" charset="0"/>
              </a:defRPr>
            </a:lvl1pPr>
          </a:lstStyle>
          <a:p>
            <a:r>
              <a:rPr lang="de-DE"/>
              <a:t>Timo Funk</a:t>
            </a:r>
          </a:p>
        </p:txBody>
      </p:sp>
      <p:sp>
        <p:nvSpPr>
          <p:cNvPr id="6" name="Foliennummernplatzhalter 5"/>
          <p:cNvSpPr>
            <a:spLocks noGrp="1"/>
          </p:cNvSpPr>
          <p:nvPr>
            <p:ph type="sldNum" sz="quarter" idx="4"/>
          </p:nvPr>
        </p:nvSpPr>
        <p:spPr>
          <a:xfrm>
            <a:off x="9241776" y="6485822"/>
            <a:ext cx="2743200" cy="365125"/>
          </a:xfrm>
          <a:prstGeom prst="rect">
            <a:avLst/>
          </a:prstGeom>
        </p:spPr>
        <p:txBody>
          <a:bodyPr vert="horz" lIns="91440" tIns="45720" rIns="91440" bIns="45720" rtlCol="0" anchor="ctr"/>
          <a:lstStyle>
            <a:lvl1pPr algn="r">
              <a:defRPr sz="1600">
                <a:solidFill>
                  <a:schemeClr val="tx1"/>
                </a:solidFill>
                <a:latin typeface="Arial" panose="020B0604020202020204" pitchFamily="34" charset="0"/>
                <a:cs typeface="Arial" panose="020B0604020202020204" pitchFamily="34" charset="0"/>
              </a:defRPr>
            </a:lvl1pPr>
          </a:lstStyle>
          <a:p>
            <a:fld id="{ADF8287D-837E-433E-95C1-4943B5A66DD7}" type="slidenum">
              <a:rPr lang="de-DE" smtClean="0"/>
              <a:pPr/>
              <a:t>‹Nr.›</a:t>
            </a:fld>
            <a:r>
              <a:rPr lang="de-DE" dirty="0"/>
              <a:t> / 25</a:t>
            </a:r>
          </a:p>
        </p:txBody>
      </p:sp>
      <p:sp>
        <p:nvSpPr>
          <p:cNvPr id="7" name="Titelplatzhalter 1"/>
          <p:cNvSpPr txBox="1">
            <a:spLocks/>
          </p:cNvSpPr>
          <p:nvPr userDrawn="1"/>
        </p:nvSpPr>
        <p:spPr>
          <a:xfrm>
            <a:off x="1780248" y="258141"/>
            <a:ext cx="8642294" cy="3937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de-DE" sz="2000" b="1">
              <a:solidFill>
                <a:srgbClr val="0059BC"/>
              </a:solidFill>
              <a:latin typeface="Arial" panose="020B0604020202020204" pitchFamily="34" charset="0"/>
              <a:cs typeface="Arial" panose="020B0604020202020204" pitchFamily="34" charset="0"/>
            </a:endParaRPr>
          </a:p>
        </p:txBody>
      </p:sp>
      <p:sp>
        <p:nvSpPr>
          <p:cNvPr id="8" name="Line 18"/>
          <p:cNvSpPr>
            <a:spLocks noChangeShapeType="1"/>
          </p:cNvSpPr>
          <p:nvPr userDrawn="1"/>
        </p:nvSpPr>
        <p:spPr bwMode="auto">
          <a:xfrm>
            <a:off x="0" y="742312"/>
            <a:ext cx="12192000" cy="0"/>
          </a:xfrm>
          <a:prstGeom prst="line">
            <a:avLst/>
          </a:prstGeom>
          <a:noFill/>
          <a:ln w="63500">
            <a:solidFill>
              <a:srgbClr val="0059B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pic>
        <p:nvPicPr>
          <p:cNvPr id="9" name="Picture 21" descr="RP_Wappen_V1_CL"/>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284584" y="225508"/>
            <a:ext cx="1296987" cy="3937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Temp\Rar$DR04.480\LBM_LOGO_PFEIL_800x475.gif"/>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0886570" y="53735"/>
            <a:ext cx="1133798" cy="673192"/>
          </a:xfrm>
          <a:prstGeom prst="rect">
            <a:avLst/>
          </a:prstGeom>
          <a:noFill/>
          <a:extLst>
            <a:ext uri="{909E8E84-426E-40DD-AFC4-6F175D3DCCD1}">
              <a14:hiddenFill xmlns:a14="http://schemas.microsoft.com/office/drawing/2010/main">
                <a:solidFill>
                  <a:srgbClr val="FFFFFF"/>
                </a:solidFill>
              </a14:hiddenFill>
            </a:ext>
          </a:extLst>
        </p:spPr>
      </p:pic>
      <p:sp>
        <p:nvSpPr>
          <p:cNvPr id="11" name="Line 25"/>
          <p:cNvSpPr>
            <a:spLocks noChangeShapeType="1"/>
          </p:cNvSpPr>
          <p:nvPr userDrawn="1"/>
        </p:nvSpPr>
        <p:spPr bwMode="auto">
          <a:xfrm>
            <a:off x="0" y="6453188"/>
            <a:ext cx="12192000" cy="0"/>
          </a:xfrm>
          <a:prstGeom prst="line">
            <a:avLst/>
          </a:prstGeom>
          <a:noFill/>
          <a:ln w="44450">
            <a:solidFill>
              <a:srgbClr val="0059B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Tree>
    <p:extLst>
      <p:ext uri="{BB962C8B-B14F-4D97-AF65-F5344CB8AC3E}">
        <p14:creationId xmlns:p14="http://schemas.microsoft.com/office/powerpoint/2010/main" val="320761136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hyperlink" Target="https://lbm.rlp.de/" TargetMode="External"/><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hyperlink" Target="https://flaticon.com/" TargetMode="External"/><Relationship Id="rId4" Type="http://schemas.openxmlformats.org/officeDocument/2006/relationships/hyperlink" Target="https://postgresql.org/"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1" name="PB">
            <a:extLst>
              <a:ext uri="{FF2B5EF4-FFF2-40B4-BE49-F238E27FC236}">
                <a16:creationId xmlns:a16="http://schemas.microsoft.com/office/drawing/2014/main" id="{B8163FB0-3A6D-79A4-A878-4C5B31380F76}"/>
              </a:ext>
            </a:extLst>
          </p:cNvPr>
          <p:cNvSpPr/>
          <p:nvPr/>
        </p:nvSpPr>
        <p:spPr>
          <a:xfrm>
            <a:off x="0" y="6477000"/>
            <a:ext cx="468923"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8" name="Google Shape;88;p1"/>
          <p:cNvSpPr txBox="1">
            <a:spLocks noGrp="1"/>
          </p:cNvSpPr>
          <p:nvPr>
            <p:ph type="ctrTitle"/>
          </p:nvPr>
        </p:nvSpPr>
        <p:spPr>
          <a:xfrm>
            <a:off x="1524000" y="3725545"/>
            <a:ext cx="9144000" cy="142655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4800"/>
              <a:buFont typeface="Arial"/>
              <a:buNone/>
            </a:pPr>
            <a:r>
              <a:rPr lang="de-DE" sz="4800" dirty="0"/>
              <a:t>Neuentwicklung der Software SaS2</a:t>
            </a:r>
            <a:endParaRPr dirty="0"/>
          </a:p>
        </p:txBody>
      </p:sp>
      <p:sp>
        <p:nvSpPr>
          <p:cNvPr id="92" name="Google Shape;92;p1"/>
          <p:cNvSpPr txBox="1"/>
          <p:nvPr/>
        </p:nvSpPr>
        <p:spPr>
          <a:xfrm>
            <a:off x="0" y="5245493"/>
            <a:ext cx="12192000"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de-DE" sz="2400" dirty="0">
                <a:solidFill>
                  <a:srgbClr val="888888"/>
                </a:solidFill>
              </a:rPr>
              <a:t>Timo Funk – Koblenz </a:t>
            </a:r>
            <a:fld id="{4BE7FE14-96E9-4F02-9E1A-D61826D42AB0}" type="datetime1">
              <a:rPr lang="de-DE" sz="2400" smtClean="0">
                <a:solidFill>
                  <a:srgbClr val="888888"/>
                </a:solidFill>
              </a:rPr>
              <a:t>18.05.2026</a:t>
            </a:fld>
            <a:endParaRPr lang="de-DE" sz="2400" dirty="0">
              <a:solidFill>
                <a:srgbClr val="888888"/>
              </a:solidFill>
            </a:endParaRPr>
          </a:p>
          <a:p>
            <a:pPr marL="0" marR="0" lvl="0" indent="0" algn="ctr" rtl="0">
              <a:lnSpc>
                <a:spcPct val="100000"/>
              </a:lnSpc>
              <a:spcBef>
                <a:spcPts val="0"/>
              </a:spcBef>
              <a:spcAft>
                <a:spcPts val="0"/>
              </a:spcAft>
              <a:buClr>
                <a:srgbClr val="000000"/>
              </a:buClr>
              <a:buSzPts val="2400"/>
              <a:buFont typeface="Arial"/>
              <a:buNone/>
            </a:pPr>
            <a:r>
              <a:rPr lang="de-DE" sz="2400" dirty="0">
                <a:solidFill>
                  <a:srgbClr val="888888"/>
                </a:solidFill>
              </a:rPr>
              <a:t>Prüflingsnummer 20177</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11" name="PB">
            <a:extLst>
              <a:ext uri="{FF2B5EF4-FFF2-40B4-BE49-F238E27FC236}">
                <a16:creationId xmlns:a16="http://schemas.microsoft.com/office/drawing/2014/main" id="{D19BEF6A-4195-1D31-B427-6CABCB76D9E1}"/>
              </a:ext>
            </a:extLst>
          </p:cNvPr>
          <p:cNvSpPr/>
          <p:nvPr/>
        </p:nvSpPr>
        <p:spPr>
          <a:xfrm>
            <a:off x="0" y="6477000"/>
            <a:ext cx="937846"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7" name="Google Shape;97;p2"/>
          <p:cNvSpPr txBox="1">
            <a:spLocks noGrp="1"/>
          </p:cNvSpPr>
          <p:nvPr>
            <p:ph type="title"/>
          </p:nvPr>
        </p:nvSpPr>
        <p:spPr>
          <a:xfrm>
            <a:off x="838200" y="882032"/>
            <a:ext cx="10515600"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Agenda</a:t>
            </a:r>
            <a:endParaRPr/>
          </a:p>
        </p:txBody>
      </p:sp>
      <p:sp>
        <p:nvSpPr>
          <p:cNvPr id="98" name="Google Shape;98;p2"/>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7549934D-CD1C-4F3B-B84A-DA4ED98EF556}" type="datetime1">
              <a:rPr lang="de-DE" smtClean="0"/>
              <a:t>18.05.2026</a:t>
            </a:fld>
            <a:endParaRPr dirty="0"/>
          </a:p>
        </p:txBody>
      </p:sp>
      <p:sp>
        <p:nvSpPr>
          <p:cNvPr id="99" name="Google Shape;99;p2"/>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a:t>Timo Funk</a:t>
            </a:r>
            <a:endParaRPr/>
          </a:p>
        </p:txBody>
      </p:sp>
      <p:sp>
        <p:nvSpPr>
          <p:cNvPr id="100" name="Google Shape;100;p2"/>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latin typeface="Arial"/>
                <a:ea typeface="Arial"/>
                <a:cs typeface="Arial"/>
                <a:sym typeface="Arial"/>
              </a:rPr>
              <a:t>2</a:t>
            </a:fld>
            <a:r>
              <a:rPr lang="de-DE" dirty="0">
                <a:latin typeface="Arial"/>
                <a:ea typeface="Arial"/>
                <a:cs typeface="Arial"/>
                <a:sym typeface="Arial"/>
              </a:rPr>
              <a:t> / 26</a:t>
            </a:r>
            <a:endParaRPr dirty="0"/>
          </a:p>
        </p:txBody>
      </p:sp>
      <p:grpSp>
        <p:nvGrpSpPr>
          <p:cNvPr id="101" name="Google Shape;101;p2"/>
          <p:cNvGrpSpPr/>
          <p:nvPr/>
        </p:nvGrpSpPr>
        <p:grpSpPr>
          <a:xfrm>
            <a:off x="1110954" y="2024391"/>
            <a:ext cx="2440050" cy="1719275"/>
            <a:chOff x="2734574" y="2708694"/>
            <a:chExt cx="1854669" cy="2632136"/>
          </a:xfrm>
        </p:grpSpPr>
        <p:sp>
          <p:nvSpPr>
            <p:cNvPr id="102" name="Google Shape;102;p2"/>
            <p:cNvSpPr/>
            <p:nvPr/>
          </p:nvSpPr>
          <p:spPr>
            <a:xfrm>
              <a:off x="2734574" y="2708694"/>
              <a:ext cx="1854669" cy="2632136"/>
            </a:xfrm>
            <a:prstGeom prst="roundRect">
              <a:avLst>
                <a:gd name="adj" fmla="val 16667"/>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de-DE" sz="2400" b="1" i="0" u="none" strike="noStrike" cap="none">
                  <a:solidFill>
                    <a:srgbClr val="7F7F7F"/>
                  </a:solidFill>
                  <a:latin typeface="Arial"/>
                  <a:ea typeface="Arial"/>
                  <a:cs typeface="Arial"/>
                  <a:sym typeface="Arial"/>
                </a:rPr>
                <a:t>01</a:t>
              </a:r>
              <a:r>
                <a:rPr lang="de-DE"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dk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Unternehmen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Standorte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Projektumfeld</a:t>
              </a:r>
              <a:endParaRPr sz="1400" b="0" i="0" u="none" strike="noStrike" cap="none">
                <a:solidFill>
                  <a:srgbClr val="000000"/>
                </a:solidFill>
                <a:latin typeface="Arial"/>
                <a:ea typeface="Arial"/>
                <a:cs typeface="Arial"/>
                <a:sym typeface="Arial"/>
              </a:endParaRPr>
            </a:p>
          </p:txBody>
        </p:sp>
        <p:cxnSp>
          <p:nvCxnSpPr>
            <p:cNvPr id="103" name="Google Shape;103;p2"/>
            <p:cNvCxnSpPr/>
            <p:nvPr/>
          </p:nvCxnSpPr>
          <p:spPr>
            <a:xfrm>
              <a:off x="3301920" y="3362301"/>
              <a:ext cx="1285325" cy="0"/>
            </a:xfrm>
            <a:prstGeom prst="straightConnector1">
              <a:avLst/>
            </a:prstGeom>
            <a:noFill/>
            <a:ln w="9525" cap="flat" cmpd="sng">
              <a:solidFill>
                <a:srgbClr val="7F7F7F"/>
              </a:solidFill>
              <a:prstDash val="solid"/>
              <a:miter lim="800000"/>
              <a:headEnd type="none" w="sm" len="sm"/>
              <a:tailEnd type="none" w="sm" len="sm"/>
            </a:ln>
          </p:spPr>
        </p:cxnSp>
      </p:grpSp>
      <p:grpSp>
        <p:nvGrpSpPr>
          <p:cNvPr id="104" name="Google Shape;104;p2"/>
          <p:cNvGrpSpPr/>
          <p:nvPr/>
        </p:nvGrpSpPr>
        <p:grpSpPr>
          <a:xfrm>
            <a:off x="8817052" y="1658204"/>
            <a:ext cx="2656488" cy="2386678"/>
            <a:chOff x="9419373" y="1595308"/>
            <a:chExt cx="2319491" cy="2386678"/>
          </a:xfrm>
        </p:grpSpPr>
        <p:sp>
          <p:nvSpPr>
            <p:cNvPr id="105" name="Google Shape;105;p2"/>
            <p:cNvSpPr/>
            <p:nvPr/>
          </p:nvSpPr>
          <p:spPr>
            <a:xfrm>
              <a:off x="9419373" y="1595308"/>
              <a:ext cx="2319491" cy="2386678"/>
            </a:xfrm>
            <a:prstGeom prst="roundRect">
              <a:avLst>
                <a:gd name="adj" fmla="val 16667"/>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de-DE" sz="2400" b="1" i="0" u="none" strike="noStrike" cap="none">
                  <a:solidFill>
                    <a:srgbClr val="7F7F7F"/>
                  </a:solidFill>
                  <a:latin typeface="Arial"/>
                  <a:ea typeface="Arial"/>
                  <a:cs typeface="Arial"/>
                  <a:sym typeface="Arial"/>
                </a:rPr>
                <a:t>03</a:t>
              </a:r>
              <a:r>
                <a:rPr lang="de-DE"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dk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Datenbank</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Login-Seite mit Rechtevergabe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Anbindung ans AD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Schadensfall anlegen</a:t>
              </a:r>
              <a:endParaRPr sz="1400" b="0" i="0" u="none" strike="noStrike" cap="none">
                <a:solidFill>
                  <a:srgbClr val="000000"/>
                </a:solidFill>
                <a:latin typeface="Arial"/>
                <a:ea typeface="Arial"/>
                <a:cs typeface="Arial"/>
                <a:sym typeface="Arial"/>
              </a:endParaRPr>
            </a:p>
          </p:txBody>
        </p:sp>
        <p:cxnSp>
          <p:nvCxnSpPr>
            <p:cNvPr id="106" name="Google Shape;106;p2"/>
            <p:cNvCxnSpPr/>
            <p:nvPr/>
          </p:nvCxnSpPr>
          <p:spPr>
            <a:xfrm>
              <a:off x="10145712" y="2013228"/>
              <a:ext cx="1488599" cy="0"/>
            </a:xfrm>
            <a:prstGeom prst="straightConnector1">
              <a:avLst/>
            </a:prstGeom>
            <a:noFill/>
            <a:ln w="9525" cap="flat" cmpd="sng">
              <a:solidFill>
                <a:srgbClr val="7F7F7F"/>
              </a:solidFill>
              <a:prstDash val="solid"/>
              <a:miter lim="800000"/>
              <a:headEnd type="none" w="sm" len="sm"/>
              <a:tailEnd type="none" w="sm" len="sm"/>
            </a:ln>
          </p:spPr>
        </p:cxnSp>
      </p:grpSp>
      <p:grpSp>
        <p:nvGrpSpPr>
          <p:cNvPr id="107" name="Google Shape;107;p2"/>
          <p:cNvGrpSpPr/>
          <p:nvPr/>
        </p:nvGrpSpPr>
        <p:grpSpPr>
          <a:xfrm>
            <a:off x="4965199" y="1937048"/>
            <a:ext cx="2437661" cy="1881367"/>
            <a:chOff x="2734573" y="2708694"/>
            <a:chExt cx="1949930" cy="2784777"/>
          </a:xfrm>
        </p:grpSpPr>
        <p:sp>
          <p:nvSpPr>
            <p:cNvPr id="108" name="Google Shape;108;p2"/>
            <p:cNvSpPr/>
            <p:nvPr/>
          </p:nvSpPr>
          <p:spPr>
            <a:xfrm>
              <a:off x="2734573" y="2708694"/>
              <a:ext cx="1949930" cy="2784777"/>
            </a:xfrm>
            <a:prstGeom prst="roundRect">
              <a:avLst>
                <a:gd name="adj" fmla="val 16667"/>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de-DE" sz="2400" b="1" i="0" u="none" strike="noStrike" cap="none">
                  <a:solidFill>
                    <a:srgbClr val="7F7F7F"/>
                  </a:solidFill>
                  <a:latin typeface="Arial"/>
                  <a:ea typeface="Arial"/>
                  <a:cs typeface="Arial"/>
                  <a:sym typeface="Arial"/>
                </a:rPr>
                <a:t>02</a:t>
              </a:r>
              <a:r>
                <a:rPr lang="de-DE"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dk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Ist-Analyse</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Problemdarstellung</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Anforderungen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Soll-Konzept</a:t>
              </a:r>
              <a:endParaRPr sz="1400" b="0" i="0" u="none" strike="noStrike" cap="none">
                <a:solidFill>
                  <a:srgbClr val="000000"/>
                </a:solidFill>
                <a:latin typeface="Arial"/>
                <a:ea typeface="Arial"/>
                <a:cs typeface="Arial"/>
                <a:sym typeface="Arial"/>
              </a:endParaRPr>
            </a:p>
          </p:txBody>
        </p:sp>
        <p:cxnSp>
          <p:nvCxnSpPr>
            <p:cNvPr id="109" name="Google Shape;109;p2"/>
            <p:cNvCxnSpPr/>
            <p:nvPr/>
          </p:nvCxnSpPr>
          <p:spPr>
            <a:xfrm>
              <a:off x="3399178" y="3328511"/>
              <a:ext cx="1285325" cy="0"/>
            </a:xfrm>
            <a:prstGeom prst="straightConnector1">
              <a:avLst/>
            </a:prstGeom>
            <a:noFill/>
            <a:ln w="9525" cap="flat" cmpd="sng">
              <a:solidFill>
                <a:srgbClr val="7F7F7F"/>
              </a:solidFill>
              <a:prstDash val="solid"/>
              <a:miter lim="800000"/>
              <a:headEnd type="none" w="sm" len="sm"/>
              <a:tailEnd type="none" w="sm" len="sm"/>
            </a:ln>
          </p:spPr>
        </p:cxnSp>
      </p:grpSp>
      <p:grpSp>
        <p:nvGrpSpPr>
          <p:cNvPr id="110" name="Google Shape;110;p2"/>
          <p:cNvGrpSpPr/>
          <p:nvPr/>
        </p:nvGrpSpPr>
        <p:grpSpPr>
          <a:xfrm>
            <a:off x="209732" y="4569825"/>
            <a:ext cx="2437421" cy="1600614"/>
            <a:chOff x="2734573" y="2708694"/>
            <a:chExt cx="1956525" cy="3306330"/>
          </a:xfrm>
        </p:grpSpPr>
        <p:sp>
          <p:nvSpPr>
            <p:cNvPr id="111" name="Google Shape;111;p2"/>
            <p:cNvSpPr/>
            <p:nvPr/>
          </p:nvSpPr>
          <p:spPr>
            <a:xfrm>
              <a:off x="2734573" y="2708694"/>
              <a:ext cx="1956525" cy="3306330"/>
            </a:xfrm>
            <a:prstGeom prst="roundRect">
              <a:avLst>
                <a:gd name="adj" fmla="val 16667"/>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de-DE" sz="2400" b="1" i="0" u="none" strike="noStrike" cap="none">
                  <a:solidFill>
                    <a:srgbClr val="7F7F7F"/>
                  </a:solidFill>
                  <a:latin typeface="Arial"/>
                  <a:ea typeface="Arial"/>
                  <a:cs typeface="Arial"/>
                  <a:sym typeface="Arial"/>
                </a:rPr>
                <a:t>04</a:t>
              </a:r>
              <a:r>
                <a:rPr lang="de-DE"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dk1"/>
                  </a:solidFill>
                  <a:latin typeface="Arial"/>
                  <a:ea typeface="Arial"/>
                  <a:cs typeface="Arial"/>
                  <a:sym typeface="Arial"/>
                </a:rPr>
                <a:t>Live-Demo</a:t>
              </a:r>
              <a:endParaRPr/>
            </a:p>
            <a:p>
              <a:pPr marL="285750" marR="0" lvl="0" indent="-285750" algn="l" rtl="0">
                <a:lnSpc>
                  <a:spcPct val="100000"/>
                </a:lnSpc>
                <a:spcBef>
                  <a:spcPts val="0"/>
                </a:spcBef>
                <a:spcAft>
                  <a:spcPts val="0"/>
                </a:spcAft>
                <a:buClr>
                  <a:srgbClr val="000000"/>
                </a:buClr>
                <a:buSzPts val="1600"/>
                <a:buFont typeface="Arial"/>
                <a:buChar char="•"/>
              </a:pPr>
              <a:r>
                <a:rPr lang="de-DE" sz="1600" b="0" i="0" u="none" strike="noStrike" cap="none">
                  <a:solidFill>
                    <a:schemeClr val="dk1"/>
                  </a:solidFill>
                  <a:latin typeface="Arial"/>
                  <a:ea typeface="Arial"/>
                  <a:cs typeface="Arial"/>
                  <a:sym typeface="Arial"/>
                </a:rPr>
                <a:t>Demonstration der wichtigsten Funktionen</a:t>
              </a:r>
              <a:endParaRPr sz="1400" b="0" i="0" u="none" strike="noStrike" cap="none">
                <a:solidFill>
                  <a:srgbClr val="000000"/>
                </a:solidFill>
                <a:latin typeface="Arial"/>
                <a:ea typeface="Arial"/>
                <a:cs typeface="Arial"/>
                <a:sym typeface="Arial"/>
              </a:endParaRPr>
            </a:p>
          </p:txBody>
        </p:sp>
        <p:cxnSp>
          <p:nvCxnSpPr>
            <p:cNvPr id="112" name="Google Shape;112;p2"/>
            <p:cNvCxnSpPr/>
            <p:nvPr/>
          </p:nvCxnSpPr>
          <p:spPr>
            <a:xfrm>
              <a:off x="3405773" y="3586975"/>
              <a:ext cx="1285325" cy="0"/>
            </a:xfrm>
            <a:prstGeom prst="straightConnector1">
              <a:avLst/>
            </a:prstGeom>
            <a:noFill/>
            <a:ln w="9525" cap="flat" cmpd="sng">
              <a:solidFill>
                <a:srgbClr val="7F7F7F"/>
              </a:solidFill>
              <a:prstDash val="solid"/>
              <a:miter lim="800000"/>
              <a:headEnd type="none" w="sm" len="sm"/>
              <a:tailEnd type="none" w="sm" len="sm"/>
            </a:ln>
          </p:spPr>
        </p:cxnSp>
      </p:grpSp>
      <p:grpSp>
        <p:nvGrpSpPr>
          <p:cNvPr id="113" name="Google Shape;113;p2"/>
          <p:cNvGrpSpPr/>
          <p:nvPr/>
        </p:nvGrpSpPr>
        <p:grpSpPr>
          <a:xfrm>
            <a:off x="7914489" y="4722805"/>
            <a:ext cx="2440290" cy="1294654"/>
            <a:chOff x="2411879" y="3154104"/>
            <a:chExt cx="2040914" cy="2913984"/>
          </a:xfrm>
        </p:grpSpPr>
        <p:sp>
          <p:nvSpPr>
            <p:cNvPr id="114" name="Google Shape;114;p2"/>
            <p:cNvSpPr/>
            <p:nvPr/>
          </p:nvSpPr>
          <p:spPr>
            <a:xfrm>
              <a:off x="2411879" y="3154104"/>
              <a:ext cx="2040914" cy="2913984"/>
            </a:xfrm>
            <a:prstGeom prst="roundRect">
              <a:avLst>
                <a:gd name="adj" fmla="val 16667"/>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de-DE" sz="2400" b="1" i="0" u="none" strike="noStrike" cap="none">
                  <a:solidFill>
                    <a:srgbClr val="7F7F7F"/>
                  </a:solidFill>
                  <a:latin typeface="Arial"/>
                  <a:ea typeface="Arial"/>
                  <a:cs typeface="Arial"/>
                  <a:sym typeface="Arial"/>
                </a:rPr>
                <a:t>06</a:t>
              </a:r>
              <a:r>
                <a:rPr lang="de-DE"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dk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Quellenangabe</a:t>
              </a:r>
              <a:endParaRPr sz="1400" b="0" i="0" u="none" strike="noStrike" cap="none">
                <a:solidFill>
                  <a:srgbClr val="000000"/>
                </a:solidFill>
                <a:latin typeface="Arial"/>
                <a:ea typeface="Arial"/>
                <a:cs typeface="Arial"/>
                <a:sym typeface="Arial"/>
              </a:endParaRPr>
            </a:p>
          </p:txBody>
        </p:sp>
        <p:cxnSp>
          <p:nvCxnSpPr>
            <p:cNvPr id="115" name="Google Shape;115;p2"/>
            <p:cNvCxnSpPr/>
            <p:nvPr/>
          </p:nvCxnSpPr>
          <p:spPr>
            <a:xfrm>
              <a:off x="3167468" y="4047502"/>
              <a:ext cx="1285325" cy="0"/>
            </a:xfrm>
            <a:prstGeom prst="straightConnector1">
              <a:avLst/>
            </a:prstGeom>
            <a:noFill/>
            <a:ln w="9525" cap="flat" cmpd="sng">
              <a:solidFill>
                <a:srgbClr val="7F7F7F"/>
              </a:solidFill>
              <a:prstDash val="solid"/>
              <a:miter lim="800000"/>
              <a:headEnd type="none" w="sm" len="sm"/>
              <a:tailEnd type="none" w="sm" len="sm"/>
            </a:ln>
          </p:spPr>
        </p:cxnSp>
      </p:grpSp>
      <p:cxnSp>
        <p:nvCxnSpPr>
          <p:cNvPr id="116" name="Google Shape;116;p2"/>
          <p:cNvCxnSpPr>
            <a:stCxn id="102" idx="3"/>
            <a:endCxn id="108" idx="1"/>
          </p:cNvCxnSpPr>
          <p:nvPr/>
        </p:nvCxnSpPr>
        <p:spPr>
          <a:xfrm rot="10800000" flipH="1">
            <a:off x="3551004" y="2877729"/>
            <a:ext cx="1414200" cy="6300"/>
          </a:xfrm>
          <a:prstGeom prst="straightConnector1">
            <a:avLst/>
          </a:prstGeom>
          <a:noFill/>
          <a:ln w="19050" cap="flat" cmpd="sng">
            <a:solidFill>
              <a:srgbClr val="0059BC"/>
            </a:solidFill>
            <a:prstDash val="solid"/>
            <a:miter lim="800000"/>
            <a:headEnd type="none" w="sm" len="sm"/>
            <a:tailEnd type="triangle" w="med" len="med"/>
          </a:ln>
        </p:spPr>
      </p:cxnSp>
      <p:cxnSp>
        <p:nvCxnSpPr>
          <p:cNvPr id="117" name="Google Shape;117;p2"/>
          <p:cNvCxnSpPr>
            <a:stCxn id="108" idx="3"/>
            <a:endCxn id="105" idx="1"/>
          </p:cNvCxnSpPr>
          <p:nvPr/>
        </p:nvCxnSpPr>
        <p:spPr>
          <a:xfrm rot="10800000" flipH="1">
            <a:off x="7402860" y="2851632"/>
            <a:ext cx="1414200" cy="26100"/>
          </a:xfrm>
          <a:prstGeom prst="straightConnector1">
            <a:avLst/>
          </a:prstGeom>
          <a:noFill/>
          <a:ln w="19050" cap="flat" cmpd="sng">
            <a:solidFill>
              <a:srgbClr val="0059BC"/>
            </a:solidFill>
            <a:prstDash val="solid"/>
            <a:miter lim="800000"/>
            <a:headEnd type="none" w="sm" len="sm"/>
            <a:tailEnd type="triangle" w="med" len="med"/>
          </a:ln>
        </p:spPr>
      </p:cxnSp>
      <p:cxnSp>
        <p:nvCxnSpPr>
          <p:cNvPr id="118" name="Google Shape;118;p2"/>
          <p:cNvCxnSpPr>
            <a:stCxn id="111" idx="3"/>
            <a:endCxn id="119" idx="1"/>
          </p:cNvCxnSpPr>
          <p:nvPr/>
        </p:nvCxnSpPr>
        <p:spPr>
          <a:xfrm>
            <a:off x="2647153" y="5370132"/>
            <a:ext cx="1551300" cy="0"/>
          </a:xfrm>
          <a:prstGeom prst="straightConnector1">
            <a:avLst/>
          </a:prstGeom>
          <a:noFill/>
          <a:ln w="19050" cap="flat" cmpd="sng">
            <a:solidFill>
              <a:srgbClr val="0059BC"/>
            </a:solidFill>
            <a:prstDash val="solid"/>
            <a:miter lim="800000"/>
            <a:headEnd type="none" w="sm" len="sm"/>
            <a:tailEnd type="triangle" w="med" len="med"/>
          </a:ln>
        </p:spPr>
      </p:cxnSp>
      <p:cxnSp>
        <p:nvCxnSpPr>
          <p:cNvPr id="120" name="Google Shape;120;p2"/>
          <p:cNvCxnSpPr>
            <a:stCxn id="105" idx="2"/>
            <a:endCxn id="111" idx="0"/>
          </p:cNvCxnSpPr>
          <p:nvPr/>
        </p:nvCxnSpPr>
        <p:spPr>
          <a:xfrm rot="5400000">
            <a:off x="5524396" y="-51018"/>
            <a:ext cx="525000" cy="8716800"/>
          </a:xfrm>
          <a:prstGeom prst="curvedConnector3">
            <a:avLst>
              <a:gd name="adj1" fmla="val 49995"/>
            </a:avLst>
          </a:prstGeom>
          <a:noFill/>
          <a:ln w="19050" cap="flat" cmpd="sng">
            <a:solidFill>
              <a:srgbClr val="0059BC"/>
            </a:solidFill>
            <a:prstDash val="solid"/>
            <a:miter lim="800000"/>
            <a:headEnd type="none" w="sm" len="sm"/>
            <a:tailEnd type="triangle" w="med" len="med"/>
          </a:ln>
        </p:spPr>
      </p:cxnSp>
      <p:grpSp>
        <p:nvGrpSpPr>
          <p:cNvPr id="121" name="Google Shape;121;p2"/>
          <p:cNvGrpSpPr/>
          <p:nvPr/>
        </p:nvGrpSpPr>
        <p:grpSpPr>
          <a:xfrm>
            <a:off x="4198452" y="4569825"/>
            <a:ext cx="2437421" cy="1600614"/>
            <a:chOff x="2734573" y="2708694"/>
            <a:chExt cx="1956525" cy="3306330"/>
          </a:xfrm>
        </p:grpSpPr>
        <p:sp>
          <p:nvSpPr>
            <p:cNvPr id="119" name="Google Shape;119;p2"/>
            <p:cNvSpPr/>
            <p:nvPr/>
          </p:nvSpPr>
          <p:spPr>
            <a:xfrm>
              <a:off x="2734573" y="2708694"/>
              <a:ext cx="1956525" cy="3306330"/>
            </a:xfrm>
            <a:prstGeom prst="roundRect">
              <a:avLst>
                <a:gd name="adj" fmla="val 16667"/>
              </a:avLst>
            </a:prstGeom>
            <a:solidFill>
              <a:schemeClr val="l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de-DE" sz="2400" b="1" i="0" u="none" strike="noStrike" cap="none">
                  <a:solidFill>
                    <a:srgbClr val="7F7F7F"/>
                  </a:solidFill>
                  <a:latin typeface="Arial"/>
                  <a:ea typeface="Arial"/>
                  <a:cs typeface="Arial"/>
                  <a:sym typeface="Arial"/>
                </a:rPr>
                <a:t>05</a:t>
              </a:r>
              <a:r>
                <a:rPr lang="de-DE"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dk1"/>
                  </a:solidFill>
                  <a:latin typeface="Arial"/>
                  <a:ea typeface="Arial"/>
                  <a:cs typeface="Arial"/>
                  <a:sym typeface="Arial"/>
                </a:rPr>
                <a:t>Ausblick</a:t>
              </a:r>
              <a:endParaRPr sz="2400" b="0" i="0" u="none" strike="noStrike" cap="none">
                <a:solidFill>
                  <a:srgbClr val="FF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Fazit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Noto Sans Symbols"/>
                <a:buChar char="▪"/>
              </a:pPr>
              <a:r>
                <a:rPr lang="de-DE" sz="1600" b="0" i="0" u="none" strike="noStrike" cap="none">
                  <a:solidFill>
                    <a:schemeClr val="dk1"/>
                  </a:solidFill>
                  <a:latin typeface="Arial"/>
                  <a:ea typeface="Arial"/>
                  <a:cs typeface="Arial"/>
                  <a:sym typeface="Arial"/>
                </a:rPr>
                <a:t>Geplante Funktionen</a:t>
              </a:r>
              <a:endParaRPr sz="1400" b="0" i="0" u="none" strike="noStrike" cap="none">
                <a:solidFill>
                  <a:srgbClr val="000000"/>
                </a:solidFill>
                <a:latin typeface="Arial"/>
                <a:ea typeface="Arial"/>
                <a:cs typeface="Arial"/>
                <a:sym typeface="Arial"/>
              </a:endParaRPr>
            </a:p>
          </p:txBody>
        </p:sp>
        <p:cxnSp>
          <p:nvCxnSpPr>
            <p:cNvPr id="122" name="Google Shape;122;p2"/>
            <p:cNvCxnSpPr/>
            <p:nvPr/>
          </p:nvCxnSpPr>
          <p:spPr>
            <a:xfrm>
              <a:off x="3405773" y="3586975"/>
              <a:ext cx="1285325" cy="0"/>
            </a:xfrm>
            <a:prstGeom prst="straightConnector1">
              <a:avLst/>
            </a:prstGeom>
            <a:noFill/>
            <a:ln w="9525" cap="flat" cmpd="sng">
              <a:solidFill>
                <a:srgbClr val="7F7F7F"/>
              </a:solidFill>
              <a:prstDash val="solid"/>
              <a:miter lim="800000"/>
              <a:headEnd type="none" w="sm" len="sm"/>
              <a:tailEnd type="none" w="sm" len="sm"/>
            </a:ln>
          </p:spPr>
        </p:cxnSp>
      </p:grpSp>
      <p:cxnSp>
        <p:nvCxnSpPr>
          <p:cNvPr id="123" name="Google Shape;123;p2"/>
          <p:cNvCxnSpPr>
            <a:stCxn id="119" idx="3"/>
            <a:endCxn id="114" idx="1"/>
          </p:cNvCxnSpPr>
          <p:nvPr/>
        </p:nvCxnSpPr>
        <p:spPr>
          <a:xfrm>
            <a:off x="6635873" y="5370132"/>
            <a:ext cx="1278600" cy="0"/>
          </a:xfrm>
          <a:prstGeom prst="straightConnector1">
            <a:avLst/>
          </a:prstGeom>
          <a:noFill/>
          <a:ln w="19050" cap="flat" cmpd="sng">
            <a:solidFill>
              <a:srgbClr val="0059BC"/>
            </a:solidFill>
            <a:prstDash val="solid"/>
            <a:miter lim="800000"/>
            <a:headEnd type="none" w="sm" len="sm"/>
            <a:tailEnd type="triangle" w="med" len="med"/>
          </a:ln>
        </p:spPr>
      </p:cxn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additive="base">
                                        <p:cTn id="7" dur="500"/>
                                        <p:tgtEl>
                                          <p:spTgt spid="101"/>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7"/>
                                        </p:tgtEl>
                                        <p:attrNameLst>
                                          <p:attrName>style.visibility</p:attrName>
                                        </p:attrNameLst>
                                      </p:cBhvr>
                                      <p:to>
                                        <p:strVal val="visible"/>
                                      </p:to>
                                    </p:set>
                                    <p:anim calcmode="lin" valueType="num">
                                      <p:cBhvr additive="base">
                                        <p:cTn id="12" dur="500"/>
                                        <p:tgtEl>
                                          <p:spTgt spid="107"/>
                                        </p:tgtEl>
                                        <p:attrNameLst>
                                          <p:attrName>ppt_y</p:attrName>
                                        </p:attrNameLst>
                                      </p:cBhvr>
                                      <p:tavLst>
                                        <p:tav tm="0">
                                          <p:val>
                                            <p:strVal val="#ppt_y+1"/>
                                          </p:val>
                                        </p:tav>
                                        <p:tav tm="100000">
                                          <p:val>
                                            <p:strVal val="#ppt_y"/>
                                          </p:val>
                                        </p:tav>
                                      </p:tavLst>
                                    </p:anim>
                                  </p:childTnLst>
                                </p:cTn>
                              </p:par>
                              <p:par>
                                <p:cTn id="13" presetID="1" presetClass="entr" presetSubtype="0" fill="hold" nodeType="withEffect">
                                  <p:stCondLst>
                                    <p:cond delay="500"/>
                                  </p:stCondLst>
                                  <p:childTnLst>
                                    <p:set>
                                      <p:cBhvr>
                                        <p:cTn id="14" dur="1" fill="hold">
                                          <p:stCondLst>
                                            <p:cond delay="0"/>
                                          </p:stCondLst>
                                        </p:cTn>
                                        <p:tgtEl>
                                          <p:spTgt spid="1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4"/>
                                        </p:tgtEl>
                                        <p:attrNameLst>
                                          <p:attrName>style.visibility</p:attrName>
                                        </p:attrNameLst>
                                      </p:cBhvr>
                                      <p:to>
                                        <p:strVal val="visible"/>
                                      </p:to>
                                    </p:set>
                                    <p:anim calcmode="lin" valueType="num">
                                      <p:cBhvr additive="base">
                                        <p:cTn id="19" dur="500"/>
                                        <p:tgtEl>
                                          <p:spTgt spid="104"/>
                                        </p:tgtEl>
                                        <p:attrNameLst>
                                          <p:attrName>ppt_y</p:attrName>
                                        </p:attrNameLst>
                                      </p:cBhvr>
                                      <p:tavLst>
                                        <p:tav tm="0">
                                          <p:val>
                                            <p:strVal val="#ppt_y+1"/>
                                          </p:val>
                                        </p:tav>
                                        <p:tav tm="100000">
                                          <p:val>
                                            <p:strVal val="#ppt_y"/>
                                          </p:val>
                                        </p:tav>
                                      </p:tavLst>
                                    </p:anim>
                                  </p:childTnLst>
                                </p:cTn>
                              </p:par>
                              <p:par>
                                <p:cTn id="20" presetID="1" presetClass="entr" presetSubtype="0" fill="hold" nodeType="withEffect">
                                  <p:stCondLst>
                                    <p:cond delay="500"/>
                                  </p:stCondLst>
                                  <p:childTnLst>
                                    <p:set>
                                      <p:cBhvr>
                                        <p:cTn id="21" dur="1" fill="hold">
                                          <p:stCondLst>
                                            <p:cond delay="0"/>
                                          </p:stCondLst>
                                        </p:cTn>
                                        <p:tgtEl>
                                          <p:spTgt spid="11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10"/>
                                        </p:tgtEl>
                                        <p:attrNameLst>
                                          <p:attrName>style.visibility</p:attrName>
                                        </p:attrNameLst>
                                      </p:cBhvr>
                                      <p:to>
                                        <p:strVal val="visible"/>
                                      </p:to>
                                    </p:set>
                                    <p:anim calcmode="lin" valueType="num">
                                      <p:cBhvr additive="base">
                                        <p:cTn id="26" dur="500"/>
                                        <p:tgtEl>
                                          <p:spTgt spid="110"/>
                                        </p:tgtEl>
                                        <p:attrNameLst>
                                          <p:attrName>ppt_y</p:attrName>
                                        </p:attrNameLst>
                                      </p:cBhvr>
                                      <p:tavLst>
                                        <p:tav tm="0">
                                          <p:val>
                                            <p:strVal val="#ppt_y+1"/>
                                          </p:val>
                                        </p:tav>
                                        <p:tav tm="100000">
                                          <p:val>
                                            <p:strVal val="#ppt_y"/>
                                          </p:val>
                                        </p:tav>
                                      </p:tavLst>
                                    </p:anim>
                                  </p:childTnLst>
                                </p:cTn>
                              </p:par>
                              <p:par>
                                <p:cTn id="27" presetID="1" presetClass="entr" presetSubtype="0" fill="hold" nodeType="withEffect">
                                  <p:stCondLst>
                                    <p:cond delay="500"/>
                                  </p:stCondLst>
                                  <p:childTnLst>
                                    <p:set>
                                      <p:cBhvr>
                                        <p:cTn id="28" dur="1" fill="hold">
                                          <p:stCondLst>
                                            <p:cond delay="0"/>
                                          </p:stCondLst>
                                        </p:cTn>
                                        <p:tgtEl>
                                          <p:spTgt spid="1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13"/>
                                        </p:tgtEl>
                                        <p:attrNameLst>
                                          <p:attrName>style.visibility</p:attrName>
                                        </p:attrNameLst>
                                      </p:cBhvr>
                                      <p:to>
                                        <p:strVal val="visible"/>
                                      </p:to>
                                    </p:set>
                                    <p:anim calcmode="lin" valueType="num">
                                      <p:cBhvr additive="base">
                                        <p:cTn id="39" dur="500"/>
                                        <p:tgtEl>
                                          <p:spTgt spid="113"/>
                                        </p:tgtEl>
                                        <p:attrNameLst>
                                          <p:attrName>ppt_y</p:attrName>
                                        </p:attrNameLst>
                                      </p:cBhvr>
                                      <p:tavLst>
                                        <p:tav tm="0">
                                          <p:val>
                                            <p:strVal val="#ppt_y+1"/>
                                          </p:val>
                                        </p:tav>
                                        <p:tav tm="100000">
                                          <p:val>
                                            <p:strVal val="#ppt_y"/>
                                          </p:val>
                                        </p:tav>
                                      </p:tavLst>
                                    </p:anim>
                                  </p:childTnLst>
                                </p:cTn>
                              </p:par>
                              <p:par>
                                <p:cTn id="40" presetID="1" presetClass="entr" presetSubtype="0" fill="hold" nodeType="withEffect">
                                  <p:stCondLst>
                                    <p:cond delay="0"/>
                                  </p:stCondLst>
                                  <p:childTnLst>
                                    <p:set>
                                      <p:cBhvr>
                                        <p:cTn id="41"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1" name="PB">
            <a:extLst>
              <a:ext uri="{FF2B5EF4-FFF2-40B4-BE49-F238E27FC236}">
                <a16:creationId xmlns:a16="http://schemas.microsoft.com/office/drawing/2014/main" id="{77C7EDF8-E276-E762-3D34-2DA019DFB11F}"/>
              </a:ext>
            </a:extLst>
          </p:cNvPr>
          <p:cNvSpPr/>
          <p:nvPr/>
        </p:nvSpPr>
        <p:spPr>
          <a:xfrm>
            <a:off x="0" y="6477000"/>
            <a:ext cx="1406769"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8" name="Google Shape;128;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a:t>Einleitung</a:t>
            </a:r>
            <a:endParaRPr/>
          </a:p>
        </p:txBody>
      </p:sp>
      <p:sp>
        <p:nvSpPr>
          <p:cNvPr id="129" name="Google Shape;129;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r>
              <a:rPr lang="de-DE"/>
              <a:t>Unternehmen</a:t>
            </a:r>
            <a:endParaRPr/>
          </a:p>
          <a:p>
            <a:pPr marL="0" lvl="0" indent="0" algn="l" rtl="0">
              <a:lnSpc>
                <a:spcPct val="90000"/>
              </a:lnSpc>
              <a:spcBef>
                <a:spcPts val="1000"/>
              </a:spcBef>
              <a:spcAft>
                <a:spcPts val="0"/>
              </a:spcAft>
              <a:buClr>
                <a:srgbClr val="888888"/>
              </a:buClr>
              <a:buSzPts val="2400"/>
              <a:buNone/>
            </a:pPr>
            <a:r>
              <a:rPr lang="de-DE"/>
              <a:t>Standorte</a:t>
            </a:r>
            <a:endParaRPr/>
          </a:p>
          <a:p>
            <a:pPr marL="0" lvl="0" indent="0" algn="l" rtl="0">
              <a:lnSpc>
                <a:spcPct val="90000"/>
              </a:lnSpc>
              <a:spcBef>
                <a:spcPts val="1000"/>
              </a:spcBef>
              <a:spcAft>
                <a:spcPts val="0"/>
              </a:spcAft>
              <a:buClr>
                <a:srgbClr val="888888"/>
              </a:buClr>
              <a:buSzPts val="2400"/>
              <a:buNone/>
            </a:pPr>
            <a:r>
              <a:rPr lang="de-DE"/>
              <a:t>Projektumfeld</a:t>
            </a:r>
            <a:endParaRPr/>
          </a:p>
        </p:txBody>
      </p:sp>
      <p:sp>
        <p:nvSpPr>
          <p:cNvPr id="130" name="Google Shape;130;p3"/>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A457004B-0C06-47B6-B95F-B8890CA9C3D4}" type="datetime1">
              <a:rPr lang="de-DE" smtClean="0">
                <a:solidFill>
                  <a:schemeClr val="bg1"/>
                </a:solidFill>
              </a:rPr>
              <a:t>18.05.2026</a:t>
            </a:fld>
            <a:endParaRPr dirty="0">
              <a:solidFill>
                <a:schemeClr val="bg1"/>
              </a:solidFill>
            </a:endParaRPr>
          </a:p>
        </p:txBody>
      </p:sp>
      <p:sp>
        <p:nvSpPr>
          <p:cNvPr id="131" name="Google Shape;131;p3"/>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a:t>Timo Funk</a:t>
            </a:r>
            <a:endParaRPr/>
          </a:p>
        </p:txBody>
      </p:sp>
      <p:sp>
        <p:nvSpPr>
          <p:cNvPr id="132" name="Google Shape;132;p3"/>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latin typeface="Arial"/>
                <a:ea typeface="Arial"/>
                <a:cs typeface="Arial"/>
                <a:sym typeface="Arial"/>
              </a:rPr>
              <a:t>3</a:t>
            </a:fld>
            <a:r>
              <a:rPr lang="de-DE" dirty="0">
                <a:latin typeface="Arial"/>
                <a:ea typeface="Arial"/>
                <a:cs typeface="Arial"/>
                <a:sym typeface="Arial"/>
              </a:rPr>
              <a:t> / 26</a:t>
            </a:r>
            <a:endParaRPr dirty="0"/>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1" name="PB">
            <a:extLst>
              <a:ext uri="{FF2B5EF4-FFF2-40B4-BE49-F238E27FC236}">
                <a16:creationId xmlns:a16="http://schemas.microsoft.com/office/drawing/2014/main" id="{6740F262-5726-77F0-C716-EB985C917D1B}"/>
              </a:ext>
            </a:extLst>
          </p:cNvPr>
          <p:cNvSpPr/>
          <p:nvPr/>
        </p:nvSpPr>
        <p:spPr>
          <a:xfrm>
            <a:off x="0" y="6477000"/>
            <a:ext cx="1875692"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8" name="Google Shape;138;p4"/>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dirty="0"/>
              <a:t>Unternehmen</a:t>
            </a:r>
            <a:endParaRPr dirty="0"/>
          </a:p>
        </p:txBody>
      </p:sp>
      <p:sp>
        <p:nvSpPr>
          <p:cNvPr id="139" name="Google Shape;139;p4"/>
          <p:cNvSpPr txBox="1">
            <a:spLocks noGrp="1"/>
          </p:cNvSpPr>
          <p:nvPr>
            <p:ph type="body" idx="1"/>
          </p:nvPr>
        </p:nvSpPr>
        <p:spPr>
          <a:xfrm>
            <a:off x="1964602" y="1825625"/>
            <a:ext cx="9558455" cy="450445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de-DE" dirty="0"/>
              <a:t>Timo Funk -&gt; 3.Ausbildungsjahr</a:t>
            </a:r>
          </a:p>
          <a:p>
            <a:pPr marL="228600" lvl="0" indent="-228600" algn="l" rtl="0">
              <a:lnSpc>
                <a:spcPct val="90000"/>
              </a:lnSpc>
              <a:spcBef>
                <a:spcPts val="0"/>
              </a:spcBef>
              <a:spcAft>
                <a:spcPts val="0"/>
              </a:spcAft>
              <a:buClr>
                <a:schemeClr val="dk1"/>
              </a:buClr>
              <a:buSzPts val="2800"/>
              <a:buChar char="•"/>
            </a:pPr>
            <a:r>
              <a:rPr lang="de-DE" dirty="0"/>
              <a:t>Landesbetrieb Mobilität Rheinland-Pfalz</a:t>
            </a:r>
            <a:endParaRPr dirty="0"/>
          </a:p>
          <a:p>
            <a:pPr marL="228600" lvl="0" indent="-228600" algn="l" rtl="0">
              <a:lnSpc>
                <a:spcPct val="90000"/>
              </a:lnSpc>
              <a:spcBef>
                <a:spcPts val="1000"/>
              </a:spcBef>
              <a:spcAft>
                <a:spcPts val="0"/>
              </a:spcAft>
              <a:buClr>
                <a:schemeClr val="dk1"/>
              </a:buClr>
              <a:buSzPts val="2800"/>
              <a:buChar char="•"/>
            </a:pPr>
            <a:r>
              <a:rPr lang="de-DE" dirty="0"/>
              <a:t>3200 Mitarbeiter</a:t>
            </a:r>
            <a:endParaRPr dirty="0"/>
          </a:p>
          <a:p>
            <a:pPr marL="228600" lvl="0" indent="-228600" algn="l" rtl="0">
              <a:lnSpc>
                <a:spcPct val="90000"/>
              </a:lnSpc>
              <a:spcBef>
                <a:spcPts val="1000"/>
              </a:spcBef>
              <a:spcAft>
                <a:spcPts val="0"/>
              </a:spcAft>
              <a:buClr>
                <a:schemeClr val="dk1"/>
              </a:buClr>
              <a:buSzPts val="2800"/>
              <a:buChar char="•"/>
            </a:pPr>
            <a:r>
              <a:rPr lang="de-DE" dirty="0"/>
              <a:t>Obere Verkehrsbehörde  </a:t>
            </a:r>
            <a:endParaRPr dirty="0"/>
          </a:p>
          <a:p>
            <a:pPr marL="685800" lvl="1" indent="-228600" algn="l" rtl="0">
              <a:lnSpc>
                <a:spcPct val="90000"/>
              </a:lnSpc>
              <a:spcBef>
                <a:spcPts val="500"/>
              </a:spcBef>
              <a:spcAft>
                <a:spcPts val="0"/>
              </a:spcAft>
              <a:buClr>
                <a:schemeClr val="dk1"/>
              </a:buClr>
              <a:buSzPts val="2400"/>
              <a:buChar char="•"/>
            </a:pPr>
            <a:r>
              <a:rPr lang="de-DE" dirty="0"/>
              <a:t>Luftverkehr </a:t>
            </a:r>
            <a:endParaRPr dirty="0"/>
          </a:p>
          <a:p>
            <a:pPr marL="685800" lvl="1" indent="-228600" algn="l" rtl="0">
              <a:lnSpc>
                <a:spcPct val="90000"/>
              </a:lnSpc>
              <a:spcBef>
                <a:spcPts val="500"/>
              </a:spcBef>
              <a:spcAft>
                <a:spcPts val="0"/>
              </a:spcAft>
              <a:buClr>
                <a:schemeClr val="dk1"/>
              </a:buClr>
              <a:buSzPts val="2400"/>
              <a:buChar char="•"/>
            </a:pPr>
            <a:r>
              <a:rPr lang="de-DE" dirty="0"/>
              <a:t>Bahnverkehr</a:t>
            </a:r>
            <a:endParaRPr dirty="0"/>
          </a:p>
          <a:p>
            <a:pPr marL="685800" lvl="1" indent="-228600" algn="l" rtl="0">
              <a:lnSpc>
                <a:spcPct val="90000"/>
              </a:lnSpc>
              <a:spcBef>
                <a:spcPts val="500"/>
              </a:spcBef>
              <a:spcAft>
                <a:spcPts val="0"/>
              </a:spcAft>
              <a:buClr>
                <a:schemeClr val="dk1"/>
              </a:buClr>
              <a:buSzPts val="2400"/>
              <a:buChar char="•"/>
            </a:pPr>
            <a:r>
              <a:rPr lang="de-DE" dirty="0"/>
              <a:t>Güterverkehr</a:t>
            </a:r>
          </a:p>
          <a:p>
            <a:pPr marL="685800" lvl="1" indent="-228600" algn="l" rtl="0">
              <a:lnSpc>
                <a:spcPct val="90000"/>
              </a:lnSpc>
              <a:spcBef>
                <a:spcPts val="500"/>
              </a:spcBef>
              <a:spcAft>
                <a:spcPts val="0"/>
              </a:spcAft>
              <a:buClr>
                <a:schemeClr val="dk1"/>
              </a:buClr>
              <a:buSzPts val="2400"/>
              <a:buChar char="•"/>
            </a:pPr>
            <a:r>
              <a:rPr lang="de-DE" dirty="0"/>
              <a:t>Straßenverkehr</a:t>
            </a:r>
            <a:endParaRPr dirty="0"/>
          </a:p>
        </p:txBody>
      </p:sp>
      <p:sp>
        <p:nvSpPr>
          <p:cNvPr id="140" name="Google Shape;140;p4"/>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9F544B44-8D33-470C-8176-049B810E7B86}" type="datetime1">
              <a:rPr lang="de-DE" smtClean="0">
                <a:solidFill>
                  <a:schemeClr val="bg1"/>
                </a:solidFill>
              </a:rPr>
              <a:t>18.05.2026</a:t>
            </a:fld>
            <a:endParaRPr dirty="0">
              <a:solidFill>
                <a:schemeClr val="bg1"/>
              </a:solidFill>
            </a:endParaRPr>
          </a:p>
        </p:txBody>
      </p:sp>
      <p:sp>
        <p:nvSpPr>
          <p:cNvPr id="141" name="Google Shape;141;p4"/>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a:t>Timo Funk</a:t>
            </a:r>
            <a:endParaRPr/>
          </a:p>
        </p:txBody>
      </p:sp>
      <p:sp>
        <p:nvSpPr>
          <p:cNvPr id="142" name="Google Shape;142;p4"/>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4</a:t>
            </a:fld>
            <a:r>
              <a:rPr lang="de-DE" dirty="0"/>
              <a:t> / 26</a:t>
            </a:r>
            <a:endParaRPr dirty="0"/>
          </a:p>
        </p:txBody>
      </p:sp>
      <p:grpSp>
        <p:nvGrpSpPr>
          <p:cNvPr id="143" name="Google Shape;143;p4"/>
          <p:cNvGrpSpPr/>
          <p:nvPr/>
        </p:nvGrpSpPr>
        <p:grpSpPr>
          <a:xfrm>
            <a:off x="7524246" y="3258044"/>
            <a:ext cx="3829554" cy="2743370"/>
            <a:chOff x="304800" y="2418080"/>
            <a:chExt cx="5181600" cy="3728720"/>
          </a:xfrm>
        </p:grpSpPr>
        <p:pic>
          <p:nvPicPr>
            <p:cNvPr id="144" name="Google Shape;144;p4" descr="Blaupause Silhouette"/>
            <p:cNvPicPr preferRelativeResize="0"/>
            <p:nvPr/>
          </p:nvPicPr>
          <p:blipFill rotWithShape="1">
            <a:blip r:embed="rId3">
              <a:alphaModFix/>
            </a:blip>
            <a:srcRect/>
            <a:stretch/>
          </p:blipFill>
          <p:spPr>
            <a:xfrm>
              <a:off x="1147265" y="3168434"/>
              <a:ext cx="914400" cy="914400"/>
            </a:xfrm>
            <a:prstGeom prst="rect">
              <a:avLst/>
            </a:prstGeom>
            <a:noFill/>
            <a:ln>
              <a:noFill/>
            </a:ln>
          </p:spPr>
        </p:pic>
        <p:pic>
          <p:nvPicPr>
            <p:cNvPr id="145" name="Google Shape;145;p4" descr="Verkehrspylon Silhouette"/>
            <p:cNvPicPr preferRelativeResize="0"/>
            <p:nvPr/>
          </p:nvPicPr>
          <p:blipFill rotWithShape="1">
            <a:blip r:embed="rId4">
              <a:alphaModFix/>
            </a:blip>
            <a:srcRect/>
            <a:stretch/>
          </p:blipFill>
          <p:spPr>
            <a:xfrm>
              <a:off x="1145684" y="5173213"/>
              <a:ext cx="914400" cy="914400"/>
            </a:xfrm>
            <a:prstGeom prst="rect">
              <a:avLst/>
            </a:prstGeom>
            <a:noFill/>
            <a:ln>
              <a:noFill/>
            </a:ln>
          </p:spPr>
        </p:pic>
        <p:pic>
          <p:nvPicPr>
            <p:cNvPr id="146" name="Google Shape;146;p4" descr="Presslufthammer Silhouette"/>
            <p:cNvPicPr preferRelativeResize="0"/>
            <p:nvPr/>
          </p:nvPicPr>
          <p:blipFill rotWithShape="1">
            <a:blip r:embed="rId5">
              <a:alphaModFix/>
            </a:blip>
            <a:srcRect/>
            <a:stretch/>
          </p:blipFill>
          <p:spPr>
            <a:xfrm>
              <a:off x="1147840" y="4174610"/>
              <a:ext cx="914400" cy="914400"/>
            </a:xfrm>
            <a:prstGeom prst="rect">
              <a:avLst/>
            </a:prstGeom>
            <a:noFill/>
            <a:ln>
              <a:noFill/>
            </a:ln>
          </p:spPr>
        </p:pic>
        <p:sp>
          <p:nvSpPr>
            <p:cNvPr id="147" name="Google Shape;147;p4"/>
            <p:cNvSpPr txBox="1"/>
            <p:nvPr/>
          </p:nvSpPr>
          <p:spPr>
            <a:xfrm>
              <a:off x="2065308" y="3434080"/>
              <a:ext cx="2905760" cy="5019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de-DE" sz="1800" b="0" i="0" u="none" strike="noStrike" cap="none">
                  <a:solidFill>
                    <a:schemeClr val="dk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p:txBody>
        </p:sp>
        <p:sp>
          <p:nvSpPr>
            <p:cNvPr id="148" name="Google Shape;148;p4"/>
            <p:cNvSpPr txBox="1"/>
            <p:nvPr/>
          </p:nvSpPr>
          <p:spPr>
            <a:xfrm>
              <a:off x="2064540" y="4349439"/>
              <a:ext cx="2550160" cy="5019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de-DE" sz="1800" b="0" i="0" u="none" strike="noStrike" cap="none">
                  <a:solidFill>
                    <a:schemeClr val="dk1"/>
                  </a:solidFill>
                  <a:latin typeface="Arial"/>
                  <a:ea typeface="Arial"/>
                  <a:cs typeface="Arial"/>
                  <a:sym typeface="Arial"/>
                </a:rPr>
                <a:t>Bau</a:t>
              </a:r>
              <a:endParaRPr sz="1400" b="0" i="0" u="none" strike="noStrike" cap="none">
                <a:solidFill>
                  <a:srgbClr val="000000"/>
                </a:solidFill>
                <a:latin typeface="Arial"/>
                <a:ea typeface="Arial"/>
                <a:cs typeface="Arial"/>
                <a:sym typeface="Arial"/>
              </a:endParaRPr>
            </a:p>
          </p:txBody>
        </p:sp>
        <p:sp>
          <p:nvSpPr>
            <p:cNvPr id="149" name="Google Shape;149;p4"/>
            <p:cNvSpPr txBox="1"/>
            <p:nvPr/>
          </p:nvSpPr>
          <p:spPr>
            <a:xfrm>
              <a:off x="2061553" y="5466080"/>
              <a:ext cx="2905760" cy="5019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de-DE" sz="1800" b="0" i="0" u="none" strike="noStrike" cap="none">
                  <a:solidFill>
                    <a:schemeClr val="dk1"/>
                  </a:solidFill>
                  <a:latin typeface="Arial"/>
                  <a:ea typeface="Arial"/>
                  <a:cs typeface="Arial"/>
                  <a:sym typeface="Arial"/>
                </a:rPr>
                <a:t>Instandhaltung</a:t>
              </a:r>
              <a:endParaRPr sz="1400" b="0" i="0" u="none" strike="noStrike" cap="none">
                <a:solidFill>
                  <a:srgbClr val="000000"/>
                </a:solidFill>
                <a:latin typeface="Arial"/>
                <a:ea typeface="Arial"/>
                <a:cs typeface="Arial"/>
                <a:sym typeface="Arial"/>
              </a:endParaRPr>
            </a:p>
          </p:txBody>
        </p:sp>
        <p:sp>
          <p:nvSpPr>
            <p:cNvPr id="150" name="Google Shape;150;p4"/>
            <p:cNvSpPr/>
            <p:nvPr/>
          </p:nvSpPr>
          <p:spPr>
            <a:xfrm>
              <a:off x="304800" y="2418080"/>
              <a:ext cx="5181600" cy="372872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de-DE" sz="2800" b="0" i="0" u="none" strike="noStrike" cap="none">
                  <a:solidFill>
                    <a:schemeClr val="dk1"/>
                  </a:solidFill>
                  <a:latin typeface="Arial"/>
                  <a:ea typeface="Arial"/>
                  <a:cs typeface="Arial"/>
                  <a:sym typeface="Arial"/>
                </a:rPr>
                <a:t>Kernaufgaben</a:t>
              </a:r>
              <a:endParaRPr sz="1800" b="0" i="0" u="none" strike="noStrike" cap="none">
                <a:solidFill>
                  <a:schemeClr val="lt1"/>
                </a:solidFill>
                <a:latin typeface="Arial"/>
                <a:ea typeface="Arial"/>
                <a:cs typeface="Arial"/>
                <a:sym typeface="Arial"/>
              </a:endParaRPr>
            </a:p>
          </p:txBody>
        </p:sp>
        <p:cxnSp>
          <p:nvCxnSpPr>
            <p:cNvPr id="151" name="Google Shape;151;p4"/>
            <p:cNvCxnSpPr/>
            <p:nvPr/>
          </p:nvCxnSpPr>
          <p:spPr>
            <a:xfrm flipH="1">
              <a:off x="670559" y="3246328"/>
              <a:ext cx="479" cy="2402632"/>
            </a:xfrm>
            <a:prstGeom prst="straightConnector1">
              <a:avLst/>
            </a:prstGeom>
            <a:noFill/>
            <a:ln w="19050" cap="flat" cmpd="sng">
              <a:solidFill>
                <a:srgbClr val="0059BC"/>
              </a:solidFill>
              <a:prstDash val="solid"/>
              <a:miter lim="800000"/>
              <a:headEnd type="none" w="sm" len="sm"/>
              <a:tailEnd type="none" w="sm" len="sm"/>
            </a:ln>
          </p:spPr>
        </p:cxnSp>
        <p:cxnSp>
          <p:nvCxnSpPr>
            <p:cNvPr id="152" name="Google Shape;152;p4"/>
            <p:cNvCxnSpPr/>
            <p:nvPr/>
          </p:nvCxnSpPr>
          <p:spPr>
            <a:xfrm rot="10800000" flipH="1">
              <a:off x="671040" y="5648961"/>
              <a:ext cx="394948" cy="4216"/>
            </a:xfrm>
            <a:prstGeom prst="straightConnector1">
              <a:avLst/>
            </a:prstGeom>
            <a:noFill/>
            <a:ln w="19050" cap="flat" cmpd="sng">
              <a:solidFill>
                <a:srgbClr val="0059BC"/>
              </a:solidFill>
              <a:prstDash val="solid"/>
              <a:miter lim="800000"/>
              <a:headEnd type="none" w="sm" len="sm"/>
              <a:tailEnd type="triangle" w="med" len="med"/>
            </a:ln>
          </p:spPr>
        </p:cxnSp>
        <p:cxnSp>
          <p:nvCxnSpPr>
            <p:cNvPr id="153" name="Google Shape;153;p4"/>
            <p:cNvCxnSpPr/>
            <p:nvPr/>
          </p:nvCxnSpPr>
          <p:spPr>
            <a:xfrm rot="10800000" flipH="1">
              <a:off x="671039" y="4631762"/>
              <a:ext cx="394948" cy="4216"/>
            </a:xfrm>
            <a:prstGeom prst="straightConnector1">
              <a:avLst/>
            </a:prstGeom>
            <a:noFill/>
            <a:ln w="19050" cap="flat" cmpd="sng">
              <a:solidFill>
                <a:srgbClr val="0059BC"/>
              </a:solidFill>
              <a:prstDash val="solid"/>
              <a:miter lim="800000"/>
              <a:headEnd type="none" w="sm" len="sm"/>
              <a:tailEnd type="triangle" w="med" len="med"/>
            </a:ln>
          </p:spPr>
        </p:cxnSp>
        <p:cxnSp>
          <p:nvCxnSpPr>
            <p:cNvPr id="154" name="Google Shape;154;p4"/>
            <p:cNvCxnSpPr/>
            <p:nvPr/>
          </p:nvCxnSpPr>
          <p:spPr>
            <a:xfrm rot="10800000" flipH="1">
              <a:off x="671038" y="3621752"/>
              <a:ext cx="394948" cy="4216"/>
            </a:xfrm>
            <a:prstGeom prst="straightConnector1">
              <a:avLst/>
            </a:prstGeom>
            <a:noFill/>
            <a:ln w="19050" cap="flat" cmpd="sng">
              <a:solidFill>
                <a:srgbClr val="0059BC"/>
              </a:solidFill>
              <a:prstDash val="solid"/>
              <a:miter lim="800000"/>
              <a:headEnd type="none" w="sm" len="sm"/>
              <a:tailEnd type="triangle" w="med" len="med"/>
            </a:ln>
          </p:spPr>
        </p:cxnSp>
      </p:grpSp>
      <p:sp>
        <p:nvSpPr>
          <p:cNvPr id="155" name="Google Shape;155;p4"/>
          <p:cNvSpPr txBox="1"/>
          <p:nvPr/>
        </p:nvSpPr>
        <p:spPr>
          <a:xfrm>
            <a:off x="0" y="2369694"/>
            <a:ext cx="190122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43"/>
                                        </p:tgtEl>
                                        <p:attrNameLst>
                                          <p:attrName>style.visibility</p:attrName>
                                        </p:attrNameLst>
                                      </p:cBhvr>
                                      <p:to>
                                        <p:strVal val="visible"/>
                                      </p:to>
                                    </p:set>
                                    <p:anim calcmode="lin" valueType="num">
                                      <p:cBhvr additive="base">
                                        <p:cTn id="39" dur="500"/>
                                        <p:tgtEl>
                                          <p:spTgt spid="1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B">
            <a:extLst>
              <a:ext uri="{FF2B5EF4-FFF2-40B4-BE49-F238E27FC236}">
                <a16:creationId xmlns:a16="http://schemas.microsoft.com/office/drawing/2014/main" id="{DE8B5EE5-4765-5403-DA78-C4F1D0AE484F}"/>
              </a:ext>
            </a:extLst>
          </p:cNvPr>
          <p:cNvSpPr/>
          <p:nvPr/>
        </p:nvSpPr>
        <p:spPr>
          <a:xfrm>
            <a:off x="0" y="6477000"/>
            <a:ext cx="2344615" cy="381000"/>
          </a:xfrm>
          <a:prstGeom prst="rect">
            <a:avLst/>
          </a:prstGeom>
          <a:solidFill>
            <a:srgbClr val="0059B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p:cNvPicPr>
            <a:picLocks noChangeAspect="1"/>
          </p:cNvPicPr>
          <p:nvPr/>
        </p:nvPicPr>
        <p:blipFill rotWithShape="1">
          <a:blip r:embed="rId3">
            <a:extLst>
              <a:ext uri="{28A0092B-C50C-407E-A947-70E740481C1C}">
                <a14:useLocalDpi xmlns:a14="http://schemas.microsoft.com/office/drawing/2010/main" val="0"/>
              </a:ext>
            </a:extLst>
          </a:blip>
          <a:srcRect l="1276" t="2120" r="3986" b="2154"/>
          <a:stretch/>
        </p:blipFill>
        <p:spPr>
          <a:xfrm>
            <a:off x="4038600" y="808069"/>
            <a:ext cx="4465359" cy="5570647"/>
          </a:xfrm>
          <a:prstGeom prst="rect">
            <a:avLst/>
          </a:prstGeom>
        </p:spPr>
      </p:pic>
      <p:sp>
        <p:nvSpPr>
          <p:cNvPr id="2" name="Titel 1"/>
          <p:cNvSpPr>
            <a:spLocks noGrp="1"/>
          </p:cNvSpPr>
          <p:nvPr>
            <p:ph type="title"/>
          </p:nvPr>
        </p:nvSpPr>
        <p:spPr/>
        <p:txBody>
          <a:bodyPr/>
          <a:lstStyle/>
          <a:p>
            <a:r>
              <a:rPr lang="de-DE" dirty="0"/>
              <a:t>Standorte</a:t>
            </a:r>
          </a:p>
        </p:txBody>
      </p:sp>
      <p:sp>
        <p:nvSpPr>
          <p:cNvPr id="4" name="Datumsplatzhalter 3"/>
          <p:cNvSpPr>
            <a:spLocks noGrp="1"/>
          </p:cNvSpPr>
          <p:nvPr>
            <p:ph type="dt" sz="half" idx="10"/>
          </p:nvPr>
        </p:nvSpPr>
        <p:spPr>
          <a:xfrm>
            <a:off x="207024" y="6485822"/>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E3496BF-204B-4D0D-BAC6-95044CD959D2}" type="datetime1">
              <a:rPr kumimoji="0" lang="de-DE" sz="1600" b="0" i="0" u="none" strike="noStrike" kern="1200" cap="none" spc="0" normalizeH="0" baseline="0" noProof="0" smtClean="0">
                <a:ln>
                  <a:noFill/>
                </a:ln>
                <a:solidFill>
                  <a:schemeClr val="bg1"/>
                </a:solidFill>
                <a:effectLst/>
                <a:uLnTx/>
                <a:uFillTx/>
                <a:latin typeface="Arial" panose="020B0604020202020204" pitchFamily="34" charset="0"/>
                <a:ea typeface="+mn-ea"/>
                <a:cs typeface="Arial" panose="020B0604020202020204" pitchFamily="34" charset="0"/>
              </a:rPr>
              <a:t>18.05.2026</a:t>
            </a:fld>
            <a:endParaRPr kumimoji="0" lang="de-DE" sz="16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5" name="Fußzeilenplatzhalter 4"/>
          <p:cNvSpPr>
            <a:spLocks noGrp="1"/>
          </p:cNvSpPr>
          <p:nvPr>
            <p:ph type="ftr" sz="quarter" idx="11"/>
          </p:nvPr>
        </p:nvSpPr>
        <p:spPr>
          <a:xfrm>
            <a:off x="4038600" y="6485822"/>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Timo Funk</a:t>
            </a:r>
          </a:p>
        </p:txBody>
      </p:sp>
      <p:sp>
        <p:nvSpPr>
          <p:cNvPr id="6" name="Foliennummernplatzhalter 5"/>
          <p:cNvSpPr>
            <a:spLocks noGrp="1"/>
          </p:cNvSpPr>
          <p:nvPr>
            <p:ph type="sldNum" sz="quarter" idx="12"/>
          </p:nvPr>
        </p:nvSpPr>
        <p:spPr>
          <a:xfrm>
            <a:off x="9241776" y="6485822"/>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8287D-837E-433E-95C1-4943B5A66DD7}" type="slidenum">
              <a:rPr kumimoji="0" lang="de-DE" sz="1600" b="0" i="0" u="none" strike="noStrike" kern="1200" cap="none" spc="0" normalizeH="0" baseline="0" noProof="0" dirty="0" smtClean="0">
                <a:ln>
                  <a:noFill/>
                </a:ln>
                <a:solidFill>
                  <a:prstClr val="black"/>
                </a:solidFill>
                <a:effectLst/>
                <a:uLnTx/>
                <a:uFillTx/>
                <a:latin typeface="Arial"/>
                <a:ea typeface="+mn-ea"/>
                <a:cs typeface="Arial"/>
              </a:rPr>
              <a:pPr marL="0" marR="0" lvl="0" indent="0" algn="r" defTabSz="914400" rtl="0" eaLnBrk="1" fontAlgn="auto" latinLnBrk="0" hangingPunct="1">
                <a:lnSpc>
                  <a:spcPct val="100000"/>
                </a:lnSpc>
                <a:spcBef>
                  <a:spcPts val="0"/>
                </a:spcBef>
                <a:spcAft>
                  <a:spcPts val="0"/>
                </a:spcAft>
                <a:buClrTx/>
                <a:buSzTx/>
                <a:buFontTx/>
                <a:buNone/>
                <a:tabLst/>
                <a:defRPr/>
              </a:pPr>
              <a:t>5</a:t>
            </a:fld>
            <a:r>
              <a:rPr kumimoji="0" lang="de-DE" sz="1600" b="0" i="0" u="none" strike="noStrike" kern="1200" cap="none" spc="0" normalizeH="0" baseline="0" noProof="0" dirty="0">
                <a:ln>
                  <a:noFill/>
                </a:ln>
                <a:solidFill>
                  <a:prstClr val="black"/>
                </a:solidFill>
                <a:effectLst/>
                <a:uLnTx/>
                <a:uFillTx/>
                <a:latin typeface="Arial"/>
                <a:ea typeface="+mn-ea"/>
                <a:cs typeface="Arial"/>
              </a:rPr>
              <a:t> / 26</a:t>
            </a:r>
            <a:endParaRPr kumimoji="0" lang="de-DE"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Flussdiagramm: Verbinder 8"/>
          <p:cNvSpPr>
            <a:spLocks noChangeAspect="1"/>
          </p:cNvSpPr>
          <p:nvPr/>
        </p:nvSpPr>
        <p:spPr>
          <a:xfrm>
            <a:off x="6666293" y="2418041"/>
            <a:ext cx="236078" cy="236078"/>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lussdiagramm: Verbinder 10"/>
          <p:cNvSpPr>
            <a:spLocks noChangeAspect="1"/>
          </p:cNvSpPr>
          <p:nvPr/>
        </p:nvSpPr>
        <p:spPr>
          <a:xfrm>
            <a:off x="5108647" y="2582213"/>
            <a:ext cx="158611" cy="158611"/>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lussdiagramm: Verbinder 11"/>
          <p:cNvSpPr>
            <a:spLocks noChangeAspect="1"/>
          </p:cNvSpPr>
          <p:nvPr/>
        </p:nvSpPr>
        <p:spPr>
          <a:xfrm>
            <a:off x="5938859" y="2904201"/>
            <a:ext cx="153033" cy="153033"/>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lussdiagramm: Verbinder 12"/>
          <p:cNvSpPr>
            <a:spLocks noChangeAspect="1"/>
          </p:cNvSpPr>
          <p:nvPr/>
        </p:nvSpPr>
        <p:spPr>
          <a:xfrm>
            <a:off x="5232318" y="3897546"/>
            <a:ext cx="158662" cy="158662"/>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lussdiagramm: Verbinder 13"/>
          <p:cNvSpPr>
            <a:spLocks noChangeAspect="1"/>
          </p:cNvSpPr>
          <p:nvPr/>
        </p:nvSpPr>
        <p:spPr>
          <a:xfrm>
            <a:off x="7234059" y="3890029"/>
            <a:ext cx="157163" cy="157163"/>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lussdiagramm: Verbinder 14"/>
          <p:cNvSpPr>
            <a:spLocks noChangeAspect="1"/>
          </p:cNvSpPr>
          <p:nvPr/>
        </p:nvSpPr>
        <p:spPr>
          <a:xfrm>
            <a:off x="7614032" y="2352938"/>
            <a:ext cx="138894" cy="138894"/>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lussdiagramm: Verbinder 15"/>
          <p:cNvSpPr>
            <a:spLocks noChangeAspect="1"/>
          </p:cNvSpPr>
          <p:nvPr/>
        </p:nvSpPr>
        <p:spPr>
          <a:xfrm>
            <a:off x="8248245" y="5263441"/>
            <a:ext cx="151480" cy="151480"/>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lussdiagramm: Verbinder 16"/>
          <p:cNvSpPr>
            <a:spLocks noChangeAspect="1"/>
          </p:cNvSpPr>
          <p:nvPr/>
        </p:nvSpPr>
        <p:spPr>
          <a:xfrm>
            <a:off x="7106995" y="4839112"/>
            <a:ext cx="157163" cy="157163"/>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Flussdiagramm: Verbinder 18"/>
          <p:cNvSpPr>
            <a:spLocks noChangeAspect="1"/>
          </p:cNvSpPr>
          <p:nvPr/>
        </p:nvSpPr>
        <p:spPr>
          <a:xfrm>
            <a:off x="8135132" y="4391828"/>
            <a:ext cx="141687" cy="141687"/>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hteck 20"/>
          <p:cNvSpPr/>
          <p:nvPr/>
        </p:nvSpPr>
        <p:spPr>
          <a:xfrm>
            <a:off x="2425901" y="5394805"/>
            <a:ext cx="3179286" cy="923330"/>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Hauptsitz in Koblenz</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8 Regionale Dienststellen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57 Straßenmeistereien</a:t>
            </a:r>
          </a:p>
        </p:txBody>
      </p:sp>
      <p:sp>
        <p:nvSpPr>
          <p:cNvPr id="22" name="Flussdiagramm: Verbinder 21"/>
          <p:cNvSpPr>
            <a:spLocks noChangeAspect="1"/>
          </p:cNvSpPr>
          <p:nvPr/>
        </p:nvSpPr>
        <p:spPr>
          <a:xfrm>
            <a:off x="5406273" y="5488069"/>
            <a:ext cx="213219" cy="2132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lussdiagramm: Verbinder 22"/>
          <p:cNvSpPr>
            <a:spLocks noChangeAspect="1"/>
          </p:cNvSpPr>
          <p:nvPr/>
        </p:nvSpPr>
        <p:spPr>
          <a:xfrm>
            <a:off x="5438221" y="5794552"/>
            <a:ext cx="138894" cy="138894"/>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lussdiagramm: Verbinder 23"/>
          <p:cNvSpPr>
            <a:spLocks noChangeAspect="1"/>
          </p:cNvSpPr>
          <p:nvPr/>
        </p:nvSpPr>
        <p:spPr>
          <a:xfrm flipH="1">
            <a:off x="4777062" y="4368968"/>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Flussdiagramm: Verbinder 24"/>
          <p:cNvSpPr>
            <a:spLocks noChangeAspect="1"/>
          </p:cNvSpPr>
          <p:nvPr/>
        </p:nvSpPr>
        <p:spPr>
          <a:xfrm flipH="1">
            <a:off x="4898501" y="3886924"/>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Flussdiagramm: Verbinder 25"/>
          <p:cNvSpPr>
            <a:spLocks noChangeAspect="1"/>
          </p:cNvSpPr>
          <p:nvPr/>
        </p:nvSpPr>
        <p:spPr>
          <a:xfrm flipH="1">
            <a:off x="5559468" y="4260601"/>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Flussdiagramm: Verbinder 26"/>
          <p:cNvSpPr>
            <a:spLocks noChangeAspect="1"/>
          </p:cNvSpPr>
          <p:nvPr/>
        </p:nvSpPr>
        <p:spPr>
          <a:xfrm flipH="1">
            <a:off x="5676483" y="4019865"/>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Flussdiagramm: Verbinder 27"/>
          <p:cNvSpPr>
            <a:spLocks noChangeAspect="1"/>
          </p:cNvSpPr>
          <p:nvPr/>
        </p:nvSpPr>
        <p:spPr>
          <a:xfrm flipH="1">
            <a:off x="5759417" y="3590975"/>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lussdiagramm: Verbinder 28"/>
          <p:cNvSpPr>
            <a:spLocks noChangeAspect="1"/>
          </p:cNvSpPr>
          <p:nvPr/>
        </p:nvSpPr>
        <p:spPr>
          <a:xfrm flipH="1">
            <a:off x="5577115" y="3341007"/>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Flussdiagramm: Verbinder 29"/>
          <p:cNvSpPr>
            <a:spLocks noChangeAspect="1"/>
          </p:cNvSpPr>
          <p:nvPr/>
        </p:nvSpPr>
        <p:spPr>
          <a:xfrm flipH="1">
            <a:off x="5383486" y="3057815"/>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Flussdiagramm: Verbinder 30"/>
          <p:cNvSpPr>
            <a:spLocks noChangeAspect="1"/>
          </p:cNvSpPr>
          <p:nvPr/>
        </p:nvSpPr>
        <p:spPr>
          <a:xfrm flipH="1">
            <a:off x="4642378" y="3656418"/>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lussdiagramm: Verbinder 31"/>
          <p:cNvSpPr>
            <a:spLocks noChangeAspect="1"/>
          </p:cNvSpPr>
          <p:nvPr/>
        </p:nvSpPr>
        <p:spPr>
          <a:xfrm flipH="1">
            <a:off x="4861621" y="3372621"/>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lussdiagramm: Verbinder 32"/>
          <p:cNvSpPr>
            <a:spLocks noChangeAspect="1"/>
          </p:cNvSpPr>
          <p:nvPr/>
        </p:nvSpPr>
        <p:spPr>
          <a:xfrm flipH="1">
            <a:off x="4998548" y="3175035"/>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Flussdiagramm: Verbinder 33"/>
          <p:cNvSpPr>
            <a:spLocks noChangeAspect="1"/>
          </p:cNvSpPr>
          <p:nvPr/>
        </p:nvSpPr>
        <p:spPr>
          <a:xfrm flipH="1">
            <a:off x="4381228" y="2978246"/>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Flussdiagramm: Verbinder 34"/>
          <p:cNvSpPr>
            <a:spLocks noChangeAspect="1"/>
          </p:cNvSpPr>
          <p:nvPr/>
        </p:nvSpPr>
        <p:spPr>
          <a:xfrm flipH="1">
            <a:off x="4731343" y="2658842"/>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Flussdiagramm: Verbinder 35"/>
          <p:cNvSpPr>
            <a:spLocks noChangeAspect="1"/>
          </p:cNvSpPr>
          <p:nvPr/>
        </p:nvSpPr>
        <p:spPr>
          <a:xfrm flipH="1">
            <a:off x="5406346" y="2760402"/>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Flussdiagramm: Verbinder 36"/>
          <p:cNvSpPr>
            <a:spLocks noChangeAspect="1"/>
          </p:cNvSpPr>
          <p:nvPr/>
        </p:nvSpPr>
        <p:spPr>
          <a:xfrm flipH="1">
            <a:off x="5644562" y="2536494"/>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Flussdiagramm: Verbinder 38"/>
          <p:cNvSpPr>
            <a:spLocks noChangeAspect="1"/>
          </p:cNvSpPr>
          <p:nvPr/>
        </p:nvSpPr>
        <p:spPr>
          <a:xfrm flipH="1">
            <a:off x="5699343" y="2294116"/>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lussdiagramm: Verbinder 39"/>
          <p:cNvSpPr>
            <a:spLocks noChangeAspect="1"/>
          </p:cNvSpPr>
          <p:nvPr/>
        </p:nvSpPr>
        <p:spPr>
          <a:xfrm flipH="1">
            <a:off x="5922251" y="3176891"/>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Flussdiagramm: Verbinder 40"/>
          <p:cNvSpPr>
            <a:spLocks noChangeAspect="1"/>
          </p:cNvSpPr>
          <p:nvPr/>
        </p:nvSpPr>
        <p:spPr>
          <a:xfrm flipH="1">
            <a:off x="6165067" y="2453037"/>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lussdiagramm: Verbinder 41"/>
          <p:cNvSpPr>
            <a:spLocks noChangeAspect="1"/>
          </p:cNvSpPr>
          <p:nvPr/>
        </p:nvSpPr>
        <p:spPr>
          <a:xfrm flipH="1">
            <a:off x="6386342" y="2460116"/>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Flussdiagramm: Verbinder 42"/>
          <p:cNvSpPr>
            <a:spLocks noChangeAspect="1"/>
          </p:cNvSpPr>
          <p:nvPr/>
        </p:nvSpPr>
        <p:spPr>
          <a:xfrm flipH="1">
            <a:off x="6272382" y="1821547"/>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Flussdiagramm: Verbinder 43"/>
          <p:cNvSpPr>
            <a:spLocks noChangeAspect="1"/>
          </p:cNvSpPr>
          <p:nvPr/>
        </p:nvSpPr>
        <p:spPr>
          <a:xfrm flipH="1">
            <a:off x="6593364" y="3163390"/>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Flussdiagramm: Verbinder 45"/>
          <p:cNvSpPr>
            <a:spLocks noChangeAspect="1"/>
          </p:cNvSpPr>
          <p:nvPr/>
        </p:nvSpPr>
        <p:spPr>
          <a:xfrm flipH="1">
            <a:off x="6409201" y="1687611"/>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Flussdiagramm: Verbinder 46"/>
          <p:cNvSpPr>
            <a:spLocks noChangeAspect="1"/>
          </p:cNvSpPr>
          <p:nvPr/>
        </p:nvSpPr>
        <p:spPr>
          <a:xfrm flipH="1">
            <a:off x="7009122" y="1497281"/>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 name="Flussdiagramm: Verbinder 47"/>
          <p:cNvSpPr>
            <a:spLocks noChangeAspect="1"/>
          </p:cNvSpPr>
          <p:nvPr/>
        </p:nvSpPr>
        <p:spPr>
          <a:xfrm flipH="1">
            <a:off x="7410621" y="1576760"/>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Flussdiagramm: Verbinder 48"/>
          <p:cNvSpPr>
            <a:spLocks noChangeAspect="1"/>
          </p:cNvSpPr>
          <p:nvPr/>
        </p:nvSpPr>
        <p:spPr>
          <a:xfrm flipH="1">
            <a:off x="7410621" y="1240719"/>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 name="Flussdiagramm: Verbinder 49"/>
          <p:cNvSpPr>
            <a:spLocks noChangeAspect="1"/>
          </p:cNvSpPr>
          <p:nvPr/>
        </p:nvSpPr>
        <p:spPr>
          <a:xfrm flipH="1">
            <a:off x="7276865" y="2217692"/>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Flussdiagramm: Verbinder 50"/>
          <p:cNvSpPr>
            <a:spLocks noChangeAspect="1"/>
          </p:cNvSpPr>
          <p:nvPr/>
        </p:nvSpPr>
        <p:spPr>
          <a:xfrm flipH="1">
            <a:off x="7023541" y="1900510"/>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Flussdiagramm: Verbinder 52"/>
          <p:cNvSpPr>
            <a:spLocks noChangeAspect="1"/>
          </p:cNvSpPr>
          <p:nvPr/>
        </p:nvSpPr>
        <p:spPr>
          <a:xfrm flipH="1">
            <a:off x="6399200" y="2316975"/>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lussdiagramm: Verbinder 53"/>
          <p:cNvSpPr>
            <a:spLocks noChangeAspect="1"/>
          </p:cNvSpPr>
          <p:nvPr/>
        </p:nvSpPr>
        <p:spPr>
          <a:xfrm flipH="1">
            <a:off x="6646594" y="2171973"/>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 name="Flussdiagramm: Verbinder 54"/>
          <p:cNvSpPr>
            <a:spLocks noChangeAspect="1"/>
          </p:cNvSpPr>
          <p:nvPr/>
        </p:nvSpPr>
        <p:spPr>
          <a:xfrm flipH="1">
            <a:off x="7119702" y="2399526"/>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Flussdiagramm: Verbinder 55"/>
          <p:cNvSpPr>
            <a:spLocks noChangeAspect="1"/>
          </p:cNvSpPr>
          <p:nvPr/>
        </p:nvSpPr>
        <p:spPr>
          <a:xfrm flipH="1">
            <a:off x="7241299" y="2885266"/>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7" name="Flussdiagramm: Verbinder 56"/>
          <p:cNvSpPr>
            <a:spLocks noChangeAspect="1"/>
          </p:cNvSpPr>
          <p:nvPr/>
        </p:nvSpPr>
        <p:spPr>
          <a:xfrm flipH="1">
            <a:off x="6772511" y="2307219"/>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Flussdiagramm: Verbinder 58"/>
          <p:cNvSpPr>
            <a:spLocks noChangeAspect="1"/>
          </p:cNvSpPr>
          <p:nvPr/>
        </p:nvSpPr>
        <p:spPr>
          <a:xfrm flipH="1">
            <a:off x="6246800" y="3718435"/>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Flussdiagramm: Verbinder 59"/>
          <p:cNvSpPr>
            <a:spLocks noChangeAspect="1"/>
          </p:cNvSpPr>
          <p:nvPr/>
        </p:nvSpPr>
        <p:spPr>
          <a:xfrm flipH="1">
            <a:off x="7615437" y="3883544"/>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Flussdiagramm: Verbinder 60"/>
          <p:cNvSpPr>
            <a:spLocks noChangeAspect="1"/>
          </p:cNvSpPr>
          <p:nvPr/>
        </p:nvSpPr>
        <p:spPr>
          <a:xfrm flipH="1">
            <a:off x="6440865" y="3544272"/>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2" name="Flussdiagramm: Verbinder 61"/>
          <p:cNvSpPr>
            <a:spLocks noChangeAspect="1"/>
          </p:cNvSpPr>
          <p:nvPr/>
        </p:nvSpPr>
        <p:spPr>
          <a:xfrm flipH="1">
            <a:off x="6584698" y="3890029"/>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Flussdiagramm: Verbinder 62"/>
          <p:cNvSpPr>
            <a:spLocks noChangeAspect="1"/>
          </p:cNvSpPr>
          <p:nvPr/>
        </p:nvSpPr>
        <p:spPr>
          <a:xfrm flipH="1">
            <a:off x="6280575" y="4134599"/>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Flussdiagramm: Verbinder 63"/>
          <p:cNvSpPr>
            <a:spLocks noChangeAspect="1"/>
          </p:cNvSpPr>
          <p:nvPr/>
        </p:nvSpPr>
        <p:spPr>
          <a:xfrm flipH="1">
            <a:off x="6020472" y="4283460"/>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Flussdiagramm: Verbinder 64"/>
          <p:cNvSpPr>
            <a:spLocks noChangeAspect="1"/>
          </p:cNvSpPr>
          <p:nvPr/>
        </p:nvSpPr>
        <p:spPr>
          <a:xfrm flipH="1">
            <a:off x="6866495" y="3986081"/>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Flussdiagramm: Verbinder 65"/>
          <p:cNvSpPr>
            <a:spLocks noChangeAspect="1"/>
          </p:cNvSpPr>
          <p:nvPr/>
        </p:nvSpPr>
        <p:spPr>
          <a:xfrm flipH="1">
            <a:off x="7655293" y="3554372"/>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Flussdiagramm: Verbinder 66"/>
          <p:cNvSpPr>
            <a:spLocks noChangeAspect="1"/>
          </p:cNvSpPr>
          <p:nvPr/>
        </p:nvSpPr>
        <p:spPr>
          <a:xfrm flipH="1">
            <a:off x="6727280" y="3429907"/>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Flussdiagramm: Verbinder 67"/>
          <p:cNvSpPr>
            <a:spLocks noChangeAspect="1"/>
          </p:cNvSpPr>
          <p:nvPr/>
        </p:nvSpPr>
        <p:spPr>
          <a:xfrm flipH="1">
            <a:off x="8079626" y="3544271"/>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Flussdiagramm: Verbinder 68"/>
          <p:cNvSpPr>
            <a:spLocks noChangeAspect="1"/>
          </p:cNvSpPr>
          <p:nvPr/>
        </p:nvSpPr>
        <p:spPr>
          <a:xfrm flipH="1">
            <a:off x="7569964" y="4155459"/>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Flussdiagramm: Verbinder 69"/>
          <p:cNvSpPr>
            <a:spLocks noChangeAspect="1"/>
          </p:cNvSpPr>
          <p:nvPr/>
        </p:nvSpPr>
        <p:spPr>
          <a:xfrm flipH="1">
            <a:off x="7276865" y="4416952"/>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Flussdiagramm: Verbinder 70"/>
          <p:cNvSpPr>
            <a:spLocks noChangeAspect="1"/>
          </p:cNvSpPr>
          <p:nvPr/>
        </p:nvSpPr>
        <p:spPr>
          <a:xfrm flipH="1">
            <a:off x="7866343" y="4652402"/>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2" name="Flussdiagramm: Verbinder 71"/>
          <p:cNvSpPr>
            <a:spLocks noChangeAspect="1"/>
          </p:cNvSpPr>
          <p:nvPr/>
        </p:nvSpPr>
        <p:spPr>
          <a:xfrm flipH="1">
            <a:off x="7757217" y="5259557"/>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Flussdiagramm: Verbinder 72"/>
          <p:cNvSpPr>
            <a:spLocks noChangeAspect="1"/>
          </p:cNvSpPr>
          <p:nvPr/>
        </p:nvSpPr>
        <p:spPr>
          <a:xfrm flipH="1">
            <a:off x="8160256" y="5624057"/>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Flussdiagramm: Verbinder 73"/>
          <p:cNvSpPr>
            <a:spLocks noChangeAspect="1"/>
          </p:cNvSpPr>
          <p:nvPr/>
        </p:nvSpPr>
        <p:spPr>
          <a:xfrm flipH="1">
            <a:off x="7831556" y="6001411"/>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Flussdiagramm: Verbinder 74"/>
          <p:cNvSpPr>
            <a:spLocks noChangeAspect="1"/>
          </p:cNvSpPr>
          <p:nvPr/>
        </p:nvSpPr>
        <p:spPr>
          <a:xfrm flipH="1">
            <a:off x="7547104" y="5939043"/>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Flussdiagramm: Verbinder 75"/>
          <p:cNvSpPr>
            <a:spLocks noChangeAspect="1"/>
          </p:cNvSpPr>
          <p:nvPr/>
        </p:nvSpPr>
        <p:spPr>
          <a:xfrm flipH="1">
            <a:off x="7614032" y="5639858"/>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Flussdiagramm: Verbinder 76"/>
          <p:cNvSpPr>
            <a:spLocks noChangeAspect="1"/>
          </p:cNvSpPr>
          <p:nvPr/>
        </p:nvSpPr>
        <p:spPr>
          <a:xfrm flipH="1">
            <a:off x="7345503" y="5621718"/>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Flussdiagramm: Verbinder 77"/>
          <p:cNvSpPr>
            <a:spLocks noChangeAspect="1"/>
          </p:cNvSpPr>
          <p:nvPr/>
        </p:nvSpPr>
        <p:spPr>
          <a:xfrm flipH="1">
            <a:off x="6993732" y="5748833"/>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Flussdiagramm: Verbinder 78"/>
          <p:cNvSpPr>
            <a:spLocks noChangeAspect="1"/>
          </p:cNvSpPr>
          <p:nvPr/>
        </p:nvSpPr>
        <p:spPr>
          <a:xfrm flipH="1">
            <a:off x="6765935" y="5374635"/>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Flussdiagramm: Verbinder 79"/>
          <p:cNvSpPr>
            <a:spLocks noChangeAspect="1"/>
          </p:cNvSpPr>
          <p:nvPr/>
        </p:nvSpPr>
        <p:spPr>
          <a:xfrm flipH="1">
            <a:off x="7008796" y="4993639"/>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Flussdiagramm: Verbinder 80"/>
          <p:cNvSpPr>
            <a:spLocks noChangeAspect="1"/>
          </p:cNvSpPr>
          <p:nvPr/>
        </p:nvSpPr>
        <p:spPr>
          <a:xfrm flipH="1">
            <a:off x="6661915" y="4970780"/>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Flussdiagramm: Verbinder 81"/>
          <p:cNvSpPr>
            <a:spLocks noChangeAspect="1"/>
          </p:cNvSpPr>
          <p:nvPr/>
        </p:nvSpPr>
        <p:spPr>
          <a:xfrm flipH="1">
            <a:off x="6788795" y="4553128"/>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Flussdiagramm: Verbinder 82"/>
          <p:cNvSpPr>
            <a:spLocks noChangeAspect="1"/>
          </p:cNvSpPr>
          <p:nvPr/>
        </p:nvSpPr>
        <p:spPr>
          <a:xfrm flipH="1">
            <a:off x="6340623" y="4624062"/>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Flussdiagramm: Verbinder 83"/>
          <p:cNvSpPr>
            <a:spLocks noChangeAspect="1"/>
          </p:cNvSpPr>
          <p:nvPr/>
        </p:nvSpPr>
        <p:spPr>
          <a:xfrm flipH="1">
            <a:off x="5495874" y="6131855"/>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Flussdiagramm: Verbinder 96"/>
          <p:cNvSpPr>
            <a:spLocks noChangeAspect="1"/>
          </p:cNvSpPr>
          <p:nvPr/>
        </p:nvSpPr>
        <p:spPr>
          <a:xfrm flipH="1">
            <a:off x="7798181" y="1730253"/>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 name="Flussdiagramm: Verbinder 97"/>
          <p:cNvSpPr>
            <a:spLocks noChangeAspect="1"/>
          </p:cNvSpPr>
          <p:nvPr/>
        </p:nvSpPr>
        <p:spPr>
          <a:xfrm flipH="1">
            <a:off x="8079625" y="3544271"/>
            <a:ext cx="45719" cy="45719"/>
          </a:xfrm>
          <a:prstGeom prst="flowChartConnector">
            <a:avLst/>
          </a:prstGeom>
          <a:solidFill>
            <a:schemeClr val="bg1"/>
          </a:solidFill>
          <a:ln>
            <a:solidFill>
              <a:srgbClr val="0059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0" name="Gruppieren 99"/>
          <p:cNvGrpSpPr/>
          <p:nvPr/>
        </p:nvGrpSpPr>
        <p:grpSpPr>
          <a:xfrm>
            <a:off x="8628317" y="2254990"/>
            <a:ext cx="3381329" cy="3384868"/>
            <a:chOff x="8734803" y="2066327"/>
            <a:chExt cx="3381329" cy="3384868"/>
          </a:xfrm>
          <a:effectLst>
            <a:outerShdw blurRad="50800" dist="38100" dir="16200000" rotWithShape="0">
              <a:prstClr val="black">
                <a:alpha val="40000"/>
              </a:prstClr>
            </a:outerShdw>
          </a:effectLst>
        </p:grpSpPr>
        <p:pic>
          <p:nvPicPr>
            <p:cNvPr id="58" name="Grafik 5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4803" y="2069866"/>
              <a:ext cx="3381329" cy="3381329"/>
            </a:xfrm>
            <a:prstGeom prst="rect">
              <a:avLst/>
            </a:prstGeom>
            <a:effectLst>
              <a:outerShdw blurRad="50800" dist="38100" dir="8100000" algn="tr" rotWithShape="0">
                <a:prstClr val="black">
                  <a:alpha val="40000"/>
                </a:prstClr>
              </a:outerShdw>
            </a:effectLst>
          </p:spPr>
        </p:pic>
        <p:sp>
          <p:nvSpPr>
            <p:cNvPr id="99" name="Rechteck 98"/>
            <p:cNvSpPr/>
            <p:nvPr/>
          </p:nvSpPr>
          <p:spPr>
            <a:xfrm>
              <a:off x="11544582" y="2066327"/>
              <a:ext cx="571550" cy="4532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solidFill>
                    <a:prstClr val="white"/>
                  </a:solidFill>
                </a:ln>
                <a:solidFill>
                  <a:prstClr val="white"/>
                </a:solidFill>
                <a:effectLst/>
                <a:uLnTx/>
                <a:uFillTx/>
                <a:latin typeface="Calibri" panose="020F0502020204030204"/>
                <a:ea typeface="+mn-ea"/>
                <a:cs typeface="+mn-cs"/>
              </a:endParaRPr>
            </a:p>
          </p:txBody>
        </p:sp>
      </p:grpSp>
      <p:sp>
        <p:nvSpPr>
          <p:cNvPr id="85" name="Textfeld 84">
            <a:extLst>
              <a:ext uri="{FF2B5EF4-FFF2-40B4-BE49-F238E27FC236}">
                <a16:creationId xmlns:a16="http://schemas.microsoft.com/office/drawing/2014/main" id="{3E1BA9C6-3A83-7003-1C20-D85ED34DD24D}"/>
              </a:ext>
            </a:extLst>
          </p:cNvPr>
          <p:cNvSpPr txBox="1"/>
          <p:nvPr/>
        </p:nvSpPr>
        <p:spPr>
          <a:xfrm>
            <a:off x="0" y="2369694"/>
            <a:ext cx="1901228" cy="3416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1" i="0" u="sng"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Einleitung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Planung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Realisierung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Ausblick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Quellen</a:t>
            </a:r>
          </a:p>
        </p:txBody>
      </p:sp>
    </p:spTree>
    <p:extLst>
      <p:ext uri="{BB962C8B-B14F-4D97-AF65-F5344CB8AC3E}">
        <p14:creationId xmlns:p14="http://schemas.microsoft.com/office/powerpoint/2010/main" val="1342087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2" presetClass="entr" presetSubtype="4" fill="hold" nodeType="withEffect">
                                  <p:stCondLst>
                                    <p:cond delay="0"/>
                                  </p:stCondLst>
                                  <p:childTnLst>
                                    <p:set>
                                      <p:cBhvr>
                                        <p:cTn id="10" dur="1" fill="hold">
                                          <p:stCondLst>
                                            <p:cond delay="0"/>
                                          </p:stCondLst>
                                        </p:cTn>
                                        <p:tgtEl>
                                          <p:spTgt spid="100"/>
                                        </p:tgtEl>
                                        <p:attrNameLst>
                                          <p:attrName>style.visibility</p:attrName>
                                        </p:attrNameLst>
                                      </p:cBhvr>
                                      <p:to>
                                        <p:strVal val="visible"/>
                                      </p:to>
                                    </p:set>
                                    <p:anim calcmode="lin" valueType="num">
                                      <p:cBhvr additive="base">
                                        <p:cTn id="11" dur="500" fill="hold"/>
                                        <p:tgtEl>
                                          <p:spTgt spid="100"/>
                                        </p:tgtEl>
                                        <p:attrNameLst>
                                          <p:attrName>ppt_x</p:attrName>
                                        </p:attrNameLst>
                                      </p:cBhvr>
                                      <p:tavLst>
                                        <p:tav tm="0">
                                          <p:val>
                                            <p:strVal val="#ppt_x"/>
                                          </p:val>
                                        </p:tav>
                                        <p:tav tm="100000">
                                          <p:val>
                                            <p:strVal val="#ppt_x"/>
                                          </p:val>
                                        </p:tav>
                                      </p:tavLst>
                                    </p:anim>
                                    <p:anim calcmode="lin" valueType="num">
                                      <p:cBhvr additive="base">
                                        <p:cTn id="12" dur="500" fill="hold"/>
                                        <p:tgtEl>
                                          <p:spTgt spid="100"/>
                                        </p:tgtEl>
                                        <p:attrNameLst>
                                          <p:attrName>ppt_y</p:attrName>
                                        </p:attrNameLst>
                                      </p:cBhvr>
                                      <p:tavLst>
                                        <p:tav tm="0">
                                          <p:val>
                                            <p:strVal val="1+#ppt_h/2"/>
                                          </p:val>
                                        </p:tav>
                                        <p:tav tm="100000">
                                          <p:val>
                                            <p:strVal val="#ppt_y"/>
                                          </p:val>
                                        </p:tav>
                                      </p:tavLst>
                                    </p:anim>
                                  </p:childTnLst>
                                </p:cTn>
                              </p:par>
                              <p:par>
                                <p:cTn id="13" presetID="19" presetClass="emph" presetSubtype="0" fill="hold" grpId="0" nodeType="withEffect">
                                  <p:stCondLst>
                                    <p:cond delay="0"/>
                                  </p:stCondLst>
                                  <p:childTnLst>
                                    <p:animClr clrSpc="rgb" dir="cw">
                                      <p:cBhvr override="childStyle">
                                        <p:cTn id="14" dur="500" fill="hold"/>
                                        <p:tgtEl>
                                          <p:spTgt spid="9"/>
                                        </p:tgtEl>
                                        <p:attrNameLst>
                                          <p:attrName>style.color</p:attrName>
                                        </p:attrNameLst>
                                      </p:cBhvr>
                                      <p:to>
                                        <a:srgbClr val="92D050"/>
                                      </p:to>
                                    </p:animClr>
                                    <p:animClr clrSpc="rgb" dir="cw">
                                      <p:cBhvr>
                                        <p:cTn id="15" dur="500" fill="hold"/>
                                        <p:tgtEl>
                                          <p:spTgt spid="9"/>
                                        </p:tgtEl>
                                        <p:attrNameLst>
                                          <p:attrName>fillcolor</p:attrName>
                                        </p:attrNameLst>
                                      </p:cBhvr>
                                      <p:to>
                                        <a:srgbClr val="92D050"/>
                                      </p:to>
                                    </p:animClr>
                                    <p:set>
                                      <p:cBhvr>
                                        <p:cTn id="16" dur="500" fill="hold"/>
                                        <p:tgtEl>
                                          <p:spTgt spid="9"/>
                                        </p:tgtEl>
                                        <p:attrNameLst>
                                          <p:attrName>fill.type</p:attrName>
                                        </p:attrNameLst>
                                      </p:cBhvr>
                                      <p:to>
                                        <p:strVal val="solid"/>
                                      </p:to>
                                    </p:set>
                                    <p:set>
                                      <p:cBhvr>
                                        <p:cTn id="17" dur="500" fill="hold"/>
                                        <p:tgtEl>
                                          <p:spTgt spid="9"/>
                                        </p:tgtEl>
                                        <p:attrNameLst>
                                          <p:attrName>fill.on</p:attrName>
                                        </p:attrNameLst>
                                      </p:cBhvr>
                                      <p:to>
                                        <p:strVal val="true"/>
                                      </p:to>
                                    </p:set>
                                  </p:childTnLst>
                                </p:cTn>
                              </p:par>
                              <p:par>
                                <p:cTn id="18" presetID="19" presetClass="emph" presetSubtype="0" fill="hold" grpId="0" nodeType="withEffect">
                                  <p:stCondLst>
                                    <p:cond delay="0"/>
                                  </p:stCondLst>
                                  <p:childTnLst>
                                    <p:animClr clrSpc="rgb" dir="cw">
                                      <p:cBhvr override="childStyle">
                                        <p:cTn id="19" dur="500" fill="hold"/>
                                        <p:tgtEl>
                                          <p:spTgt spid="22"/>
                                        </p:tgtEl>
                                        <p:attrNameLst>
                                          <p:attrName>style.color</p:attrName>
                                        </p:attrNameLst>
                                      </p:cBhvr>
                                      <p:to>
                                        <a:srgbClr val="92D050"/>
                                      </p:to>
                                    </p:animClr>
                                    <p:animClr clrSpc="rgb" dir="cw">
                                      <p:cBhvr>
                                        <p:cTn id="20" dur="500" fill="hold"/>
                                        <p:tgtEl>
                                          <p:spTgt spid="22"/>
                                        </p:tgtEl>
                                        <p:attrNameLst>
                                          <p:attrName>fillcolor</p:attrName>
                                        </p:attrNameLst>
                                      </p:cBhvr>
                                      <p:to>
                                        <a:srgbClr val="92D050"/>
                                      </p:to>
                                    </p:animClr>
                                    <p:set>
                                      <p:cBhvr>
                                        <p:cTn id="21" dur="500" fill="hold"/>
                                        <p:tgtEl>
                                          <p:spTgt spid="22"/>
                                        </p:tgtEl>
                                        <p:attrNameLst>
                                          <p:attrName>fill.type</p:attrName>
                                        </p:attrNameLst>
                                      </p:cBhvr>
                                      <p:to>
                                        <p:strVal val="solid"/>
                                      </p:to>
                                    </p:set>
                                    <p:set>
                                      <p:cBhvr>
                                        <p:cTn id="22" dur="500" fill="hold"/>
                                        <p:tgtEl>
                                          <p:spTgt spid="22"/>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0" presetClass="exit" presetSubtype="0" fill="hold" nodeType="withEffect">
                                  <p:stCondLst>
                                    <p:cond delay="0"/>
                                  </p:stCondLst>
                                  <p:childTnLst>
                                    <p:animEffect transition="out" filter="fade">
                                      <p:cBhvr>
                                        <p:cTn id="28" dur="500"/>
                                        <p:tgtEl>
                                          <p:spTgt spid="100"/>
                                        </p:tgtEl>
                                      </p:cBhvr>
                                    </p:animEffect>
                                    <p:set>
                                      <p:cBhvr>
                                        <p:cTn id="29" dur="1" fill="hold">
                                          <p:stCondLst>
                                            <p:cond delay="499"/>
                                          </p:stCondLst>
                                        </p:cTn>
                                        <p:tgtEl>
                                          <p:spTgt spid="100"/>
                                        </p:tgtEl>
                                        <p:attrNameLst>
                                          <p:attrName>style.visibility</p:attrName>
                                        </p:attrNameLst>
                                      </p:cBhvr>
                                      <p:to>
                                        <p:strVal val="hidden"/>
                                      </p:to>
                                    </p:set>
                                  </p:childTnLst>
                                </p:cTn>
                              </p:par>
                              <p:par>
                                <p:cTn id="30" presetID="19" presetClass="emph" presetSubtype="0" fill="hold" grpId="0" nodeType="withEffect">
                                  <p:stCondLst>
                                    <p:cond delay="0"/>
                                  </p:stCondLst>
                                  <p:childTnLst>
                                    <p:animClr clrSpc="rgb" dir="cw">
                                      <p:cBhvr override="childStyle">
                                        <p:cTn id="31" dur="500" fill="hold"/>
                                        <p:tgtEl>
                                          <p:spTgt spid="15"/>
                                        </p:tgtEl>
                                        <p:attrNameLst>
                                          <p:attrName>style.color</p:attrName>
                                        </p:attrNameLst>
                                      </p:cBhvr>
                                      <p:to>
                                        <a:srgbClr val="FFC000"/>
                                      </p:to>
                                    </p:animClr>
                                    <p:animClr clrSpc="rgb" dir="cw">
                                      <p:cBhvr>
                                        <p:cTn id="32" dur="500" fill="hold"/>
                                        <p:tgtEl>
                                          <p:spTgt spid="15"/>
                                        </p:tgtEl>
                                        <p:attrNameLst>
                                          <p:attrName>fillcolor</p:attrName>
                                        </p:attrNameLst>
                                      </p:cBhvr>
                                      <p:to>
                                        <a:srgbClr val="FFC000"/>
                                      </p:to>
                                    </p:animClr>
                                    <p:set>
                                      <p:cBhvr>
                                        <p:cTn id="33" dur="500" fill="hold"/>
                                        <p:tgtEl>
                                          <p:spTgt spid="15"/>
                                        </p:tgtEl>
                                        <p:attrNameLst>
                                          <p:attrName>fill.type</p:attrName>
                                        </p:attrNameLst>
                                      </p:cBhvr>
                                      <p:to>
                                        <p:strVal val="solid"/>
                                      </p:to>
                                    </p:set>
                                    <p:set>
                                      <p:cBhvr>
                                        <p:cTn id="34" dur="500" fill="hold"/>
                                        <p:tgtEl>
                                          <p:spTgt spid="15"/>
                                        </p:tgtEl>
                                        <p:attrNameLst>
                                          <p:attrName>fill.on</p:attrName>
                                        </p:attrNameLst>
                                      </p:cBhvr>
                                      <p:to>
                                        <p:strVal val="true"/>
                                      </p:to>
                                    </p:set>
                                  </p:childTnLst>
                                </p:cTn>
                              </p:par>
                              <p:par>
                                <p:cTn id="35" presetID="19" presetClass="emph" presetSubtype="0" fill="hold" grpId="0" nodeType="withEffect">
                                  <p:stCondLst>
                                    <p:cond delay="0"/>
                                  </p:stCondLst>
                                  <p:childTnLst>
                                    <p:animClr clrSpc="rgb" dir="cw">
                                      <p:cBhvr override="childStyle">
                                        <p:cTn id="36" dur="500" fill="hold"/>
                                        <p:tgtEl>
                                          <p:spTgt spid="11"/>
                                        </p:tgtEl>
                                        <p:attrNameLst>
                                          <p:attrName>style.color</p:attrName>
                                        </p:attrNameLst>
                                      </p:cBhvr>
                                      <p:to>
                                        <a:srgbClr val="FFC000"/>
                                      </p:to>
                                    </p:animClr>
                                    <p:animClr clrSpc="rgb" dir="cw">
                                      <p:cBhvr>
                                        <p:cTn id="37" dur="500" fill="hold"/>
                                        <p:tgtEl>
                                          <p:spTgt spid="11"/>
                                        </p:tgtEl>
                                        <p:attrNameLst>
                                          <p:attrName>fillcolor</p:attrName>
                                        </p:attrNameLst>
                                      </p:cBhvr>
                                      <p:to>
                                        <a:srgbClr val="FFC000"/>
                                      </p:to>
                                    </p:animClr>
                                    <p:set>
                                      <p:cBhvr>
                                        <p:cTn id="38" dur="500" fill="hold"/>
                                        <p:tgtEl>
                                          <p:spTgt spid="11"/>
                                        </p:tgtEl>
                                        <p:attrNameLst>
                                          <p:attrName>fill.type</p:attrName>
                                        </p:attrNameLst>
                                      </p:cBhvr>
                                      <p:to>
                                        <p:strVal val="solid"/>
                                      </p:to>
                                    </p:set>
                                    <p:set>
                                      <p:cBhvr>
                                        <p:cTn id="39" dur="500" fill="hold"/>
                                        <p:tgtEl>
                                          <p:spTgt spid="11"/>
                                        </p:tgtEl>
                                        <p:attrNameLst>
                                          <p:attrName>fill.on</p:attrName>
                                        </p:attrNameLst>
                                      </p:cBhvr>
                                      <p:to>
                                        <p:strVal val="true"/>
                                      </p:to>
                                    </p:set>
                                  </p:childTnLst>
                                </p:cTn>
                              </p:par>
                              <p:par>
                                <p:cTn id="40" presetID="19" presetClass="emph" presetSubtype="0" fill="hold" grpId="0" nodeType="withEffect">
                                  <p:stCondLst>
                                    <p:cond delay="0"/>
                                  </p:stCondLst>
                                  <p:childTnLst>
                                    <p:animClr clrSpc="rgb" dir="cw">
                                      <p:cBhvr override="childStyle">
                                        <p:cTn id="41" dur="500" fill="hold"/>
                                        <p:tgtEl>
                                          <p:spTgt spid="12"/>
                                        </p:tgtEl>
                                        <p:attrNameLst>
                                          <p:attrName>style.color</p:attrName>
                                        </p:attrNameLst>
                                      </p:cBhvr>
                                      <p:to>
                                        <a:srgbClr val="FFC000"/>
                                      </p:to>
                                    </p:animClr>
                                    <p:animClr clrSpc="rgb" dir="cw">
                                      <p:cBhvr>
                                        <p:cTn id="42" dur="500" fill="hold"/>
                                        <p:tgtEl>
                                          <p:spTgt spid="12"/>
                                        </p:tgtEl>
                                        <p:attrNameLst>
                                          <p:attrName>fillcolor</p:attrName>
                                        </p:attrNameLst>
                                      </p:cBhvr>
                                      <p:to>
                                        <a:srgbClr val="FFC000"/>
                                      </p:to>
                                    </p:animClr>
                                    <p:set>
                                      <p:cBhvr>
                                        <p:cTn id="43" dur="500" fill="hold"/>
                                        <p:tgtEl>
                                          <p:spTgt spid="12"/>
                                        </p:tgtEl>
                                        <p:attrNameLst>
                                          <p:attrName>fill.type</p:attrName>
                                        </p:attrNameLst>
                                      </p:cBhvr>
                                      <p:to>
                                        <p:strVal val="solid"/>
                                      </p:to>
                                    </p:set>
                                    <p:set>
                                      <p:cBhvr>
                                        <p:cTn id="44" dur="500" fill="hold"/>
                                        <p:tgtEl>
                                          <p:spTgt spid="12"/>
                                        </p:tgtEl>
                                        <p:attrNameLst>
                                          <p:attrName>fill.on</p:attrName>
                                        </p:attrNameLst>
                                      </p:cBhvr>
                                      <p:to>
                                        <p:strVal val="true"/>
                                      </p:to>
                                    </p:set>
                                  </p:childTnLst>
                                </p:cTn>
                              </p:par>
                              <p:par>
                                <p:cTn id="45" presetID="19" presetClass="emph" presetSubtype="0" fill="hold" grpId="0" nodeType="withEffect">
                                  <p:stCondLst>
                                    <p:cond delay="0"/>
                                  </p:stCondLst>
                                  <p:childTnLst>
                                    <p:animClr clrSpc="rgb" dir="cw">
                                      <p:cBhvr override="childStyle">
                                        <p:cTn id="46" dur="500" fill="hold"/>
                                        <p:tgtEl>
                                          <p:spTgt spid="13"/>
                                        </p:tgtEl>
                                        <p:attrNameLst>
                                          <p:attrName>style.color</p:attrName>
                                        </p:attrNameLst>
                                      </p:cBhvr>
                                      <p:to>
                                        <a:srgbClr val="FFC000"/>
                                      </p:to>
                                    </p:animClr>
                                    <p:animClr clrSpc="rgb" dir="cw">
                                      <p:cBhvr>
                                        <p:cTn id="47" dur="500" fill="hold"/>
                                        <p:tgtEl>
                                          <p:spTgt spid="13"/>
                                        </p:tgtEl>
                                        <p:attrNameLst>
                                          <p:attrName>fillcolor</p:attrName>
                                        </p:attrNameLst>
                                      </p:cBhvr>
                                      <p:to>
                                        <a:srgbClr val="FFC000"/>
                                      </p:to>
                                    </p:animClr>
                                    <p:set>
                                      <p:cBhvr>
                                        <p:cTn id="48" dur="500" fill="hold"/>
                                        <p:tgtEl>
                                          <p:spTgt spid="13"/>
                                        </p:tgtEl>
                                        <p:attrNameLst>
                                          <p:attrName>fill.type</p:attrName>
                                        </p:attrNameLst>
                                      </p:cBhvr>
                                      <p:to>
                                        <p:strVal val="solid"/>
                                      </p:to>
                                    </p:set>
                                    <p:set>
                                      <p:cBhvr>
                                        <p:cTn id="49" dur="500" fill="hold"/>
                                        <p:tgtEl>
                                          <p:spTgt spid="13"/>
                                        </p:tgtEl>
                                        <p:attrNameLst>
                                          <p:attrName>fill.on</p:attrName>
                                        </p:attrNameLst>
                                      </p:cBhvr>
                                      <p:to>
                                        <p:strVal val="true"/>
                                      </p:to>
                                    </p:set>
                                  </p:childTnLst>
                                </p:cTn>
                              </p:par>
                              <p:par>
                                <p:cTn id="50" presetID="19" presetClass="emph" presetSubtype="0" fill="hold" grpId="0" nodeType="withEffect">
                                  <p:stCondLst>
                                    <p:cond delay="0"/>
                                  </p:stCondLst>
                                  <p:childTnLst>
                                    <p:animClr clrSpc="rgb" dir="cw">
                                      <p:cBhvr override="childStyle">
                                        <p:cTn id="51" dur="500" fill="hold"/>
                                        <p:tgtEl>
                                          <p:spTgt spid="17"/>
                                        </p:tgtEl>
                                        <p:attrNameLst>
                                          <p:attrName>style.color</p:attrName>
                                        </p:attrNameLst>
                                      </p:cBhvr>
                                      <p:to>
                                        <a:srgbClr val="FFC000"/>
                                      </p:to>
                                    </p:animClr>
                                    <p:animClr clrSpc="rgb" dir="cw">
                                      <p:cBhvr>
                                        <p:cTn id="52" dur="500" fill="hold"/>
                                        <p:tgtEl>
                                          <p:spTgt spid="17"/>
                                        </p:tgtEl>
                                        <p:attrNameLst>
                                          <p:attrName>fillcolor</p:attrName>
                                        </p:attrNameLst>
                                      </p:cBhvr>
                                      <p:to>
                                        <a:srgbClr val="FFC000"/>
                                      </p:to>
                                    </p:animClr>
                                    <p:set>
                                      <p:cBhvr>
                                        <p:cTn id="53" dur="500" fill="hold"/>
                                        <p:tgtEl>
                                          <p:spTgt spid="17"/>
                                        </p:tgtEl>
                                        <p:attrNameLst>
                                          <p:attrName>fill.type</p:attrName>
                                        </p:attrNameLst>
                                      </p:cBhvr>
                                      <p:to>
                                        <p:strVal val="solid"/>
                                      </p:to>
                                    </p:set>
                                    <p:set>
                                      <p:cBhvr>
                                        <p:cTn id="54" dur="500" fill="hold"/>
                                        <p:tgtEl>
                                          <p:spTgt spid="17"/>
                                        </p:tgtEl>
                                        <p:attrNameLst>
                                          <p:attrName>fill.on</p:attrName>
                                        </p:attrNameLst>
                                      </p:cBhvr>
                                      <p:to>
                                        <p:strVal val="true"/>
                                      </p:to>
                                    </p:set>
                                  </p:childTnLst>
                                </p:cTn>
                              </p:par>
                              <p:par>
                                <p:cTn id="55" presetID="19" presetClass="emph" presetSubtype="0" fill="hold" grpId="0" nodeType="withEffect">
                                  <p:stCondLst>
                                    <p:cond delay="0"/>
                                  </p:stCondLst>
                                  <p:childTnLst>
                                    <p:animClr clrSpc="rgb" dir="cw">
                                      <p:cBhvr override="childStyle">
                                        <p:cTn id="56" dur="500" fill="hold"/>
                                        <p:tgtEl>
                                          <p:spTgt spid="14"/>
                                        </p:tgtEl>
                                        <p:attrNameLst>
                                          <p:attrName>style.color</p:attrName>
                                        </p:attrNameLst>
                                      </p:cBhvr>
                                      <p:to>
                                        <a:srgbClr val="FFC000"/>
                                      </p:to>
                                    </p:animClr>
                                    <p:animClr clrSpc="rgb" dir="cw">
                                      <p:cBhvr>
                                        <p:cTn id="57" dur="500" fill="hold"/>
                                        <p:tgtEl>
                                          <p:spTgt spid="14"/>
                                        </p:tgtEl>
                                        <p:attrNameLst>
                                          <p:attrName>fillcolor</p:attrName>
                                        </p:attrNameLst>
                                      </p:cBhvr>
                                      <p:to>
                                        <a:srgbClr val="FFC000"/>
                                      </p:to>
                                    </p:animClr>
                                    <p:set>
                                      <p:cBhvr>
                                        <p:cTn id="58" dur="500" fill="hold"/>
                                        <p:tgtEl>
                                          <p:spTgt spid="14"/>
                                        </p:tgtEl>
                                        <p:attrNameLst>
                                          <p:attrName>fill.type</p:attrName>
                                        </p:attrNameLst>
                                      </p:cBhvr>
                                      <p:to>
                                        <p:strVal val="solid"/>
                                      </p:to>
                                    </p:set>
                                    <p:set>
                                      <p:cBhvr>
                                        <p:cTn id="59" dur="500" fill="hold"/>
                                        <p:tgtEl>
                                          <p:spTgt spid="14"/>
                                        </p:tgtEl>
                                        <p:attrNameLst>
                                          <p:attrName>fill.on</p:attrName>
                                        </p:attrNameLst>
                                      </p:cBhvr>
                                      <p:to>
                                        <p:strVal val="true"/>
                                      </p:to>
                                    </p:set>
                                  </p:childTnLst>
                                </p:cTn>
                              </p:par>
                              <p:par>
                                <p:cTn id="60" presetID="19" presetClass="emph" presetSubtype="0" fill="hold" grpId="0" nodeType="withEffect">
                                  <p:stCondLst>
                                    <p:cond delay="0"/>
                                  </p:stCondLst>
                                  <p:childTnLst>
                                    <p:animClr clrSpc="rgb" dir="cw">
                                      <p:cBhvr override="childStyle">
                                        <p:cTn id="61" dur="500" fill="hold"/>
                                        <p:tgtEl>
                                          <p:spTgt spid="19"/>
                                        </p:tgtEl>
                                        <p:attrNameLst>
                                          <p:attrName>style.color</p:attrName>
                                        </p:attrNameLst>
                                      </p:cBhvr>
                                      <p:to>
                                        <a:srgbClr val="FFC000"/>
                                      </p:to>
                                    </p:animClr>
                                    <p:animClr clrSpc="rgb" dir="cw">
                                      <p:cBhvr>
                                        <p:cTn id="62" dur="500" fill="hold"/>
                                        <p:tgtEl>
                                          <p:spTgt spid="19"/>
                                        </p:tgtEl>
                                        <p:attrNameLst>
                                          <p:attrName>fillcolor</p:attrName>
                                        </p:attrNameLst>
                                      </p:cBhvr>
                                      <p:to>
                                        <a:srgbClr val="FFC000"/>
                                      </p:to>
                                    </p:animClr>
                                    <p:set>
                                      <p:cBhvr>
                                        <p:cTn id="63" dur="500" fill="hold"/>
                                        <p:tgtEl>
                                          <p:spTgt spid="19"/>
                                        </p:tgtEl>
                                        <p:attrNameLst>
                                          <p:attrName>fill.type</p:attrName>
                                        </p:attrNameLst>
                                      </p:cBhvr>
                                      <p:to>
                                        <p:strVal val="solid"/>
                                      </p:to>
                                    </p:set>
                                    <p:set>
                                      <p:cBhvr>
                                        <p:cTn id="64" dur="500" fill="hold"/>
                                        <p:tgtEl>
                                          <p:spTgt spid="19"/>
                                        </p:tgtEl>
                                        <p:attrNameLst>
                                          <p:attrName>fill.on</p:attrName>
                                        </p:attrNameLst>
                                      </p:cBhvr>
                                      <p:to>
                                        <p:strVal val="true"/>
                                      </p:to>
                                    </p:set>
                                  </p:childTnLst>
                                </p:cTn>
                              </p:par>
                              <p:par>
                                <p:cTn id="65" presetID="19" presetClass="emph" presetSubtype="0" fill="hold" grpId="0" nodeType="withEffect">
                                  <p:stCondLst>
                                    <p:cond delay="0"/>
                                  </p:stCondLst>
                                  <p:childTnLst>
                                    <p:animClr clrSpc="rgb" dir="cw">
                                      <p:cBhvr override="childStyle">
                                        <p:cTn id="66" dur="500" fill="hold"/>
                                        <p:tgtEl>
                                          <p:spTgt spid="16"/>
                                        </p:tgtEl>
                                        <p:attrNameLst>
                                          <p:attrName>style.color</p:attrName>
                                        </p:attrNameLst>
                                      </p:cBhvr>
                                      <p:to>
                                        <a:srgbClr val="FFC000"/>
                                      </p:to>
                                    </p:animClr>
                                    <p:animClr clrSpc="rgb" dir="cw">
                                      <p:cBhvr>
                                        <p:cTn id="67" dur="500" fill="hold"/>
                                        <p:tgtEl>
                                          <p:spTgt spid="16"/>
                                        </p:tgtEl>
                                        <p:attrNameLst>
                                          <p:attrName>fillcolor</p:attrName>
                                        </p:attrNameLst>
                                      </p:cBhvr>
                                      <p:to>
                                        <a:srgbClr val="FFC000"/>
                                      </p:to>
                                    </p:animClr>
                                    <p:set>
                                      <p:cBhvr>
                                        <p:cTn id="68" dur="500" fill="hold"/>
                                        <p:tgtEl>
                                          <p:spTgt spid="16"/>
                                        </p:tgtEl>
                                        <p:attrNameLst>
                                          <p:attrName>fill.type</p:attrName>
                                        </p:attrNameLst>
                                      </p:cBhvr>
                                      <p:to>
                                        <p:strVal val="solid"/>
                                      </p:to>
                                    </p:set>
                                    <p:set>
                                      <p:cBhvr>
                                        <p:cTn id="69" dur="500" fill="hold"/>
                                        <p:tgtEl>
                                          <p:spTgt spid="16"/>
                                        </p:tgtEl>
                                        <p:attrNameLst>
                                          <p:attrName>fill.on</p:attrName>
                                        </p:attrNameLst>
                                      </p:cBhvr>
                                      <p:to>
                                        <p:strVal val="true"/>
                                      </p:to>
                                    </p:set>
                                  </p:childTnLst>
                                </p:cTn>
                              </p:par>
                              <p:par>
                                <p:cTn id="70" presetID="19" presetClass="emph" presetSubtype="0" fill="hold" grpId="0" nodeType="withEffect">
                                  <p:stCondLst>
                                    <p:cond delay="0"/>
                                  </p:stCondLst>
                                  <p:childTnLst>
                                    <p:animClr clrSpc="rgb" dir="cw">
                                      <p:cBhvr override="childStyle">
                                        <p:cTn id="71" dur="500" fill="hold"/>
                                        <p:tgtEl>
                                          <p:spTgt spid="23"/>
                                        </p:tgtEl>
                                        <p:attrNameLst>
                                          <p:attrName>style.color</p:attrName>
                                        </p:attrNameLst>
                                      </p:cBhvr>
                                      <p:to>
                                        <a:srgbClr val="FFC000"/>
                                      </p:to>
                                    </p:animClr>
                                    <p:animClr clrSpc="rgb" dir="cw">
                                      <p:cBhvr>
                                        <p:cTn id="72" dur="500" fill="hold"/>
                                        <p:tgtEl>
                                          <p:spTgt spid="23"/>
                                        </p:tgtEl>
                                        <p:attrNameLst>
                                          <p:attrName>fillcolor</p:attrName>
                                        </p:attrNameLst>
                                      </p:cBhvr>
                                      <p:to>
                                        <a:srgbClr val="FFC000"/>
                                      </p:to>
                                    </p:animClr>
                                    <p:set>
                                      <p:cBhvr>
                                        <p:cTn id="73" dur="500" fill="hold"/>
                                        <p:tgtEl>
                                          <p:spTgt spid="23"/>
                                        </p:tgtEl>
                                        <p:attrNameLst>
                                          <p:attrName>fill.type</p:attrName>
                                        </p:attrNameLst>
                                      </p:cBhvr>
                                      <p:to>
                                        <p:strVal val="solid"/>
                                      </p:to>
                                    </p:set>
                                    <p:set>
                                      <p:cBhvr>
                                        <p:cTn id="74" dur="500" fill="hold"/>
                                        <p:tgtEl>
                                          <p:spTgt spid="23"/>
                                        </p:tgtEl>
                                        <p:attrNameLst>
                                          <p:attrName>fill.on</p:attrName>
                                        </p:attrNameLst>
                                      </p:cBhvr>
                                      <p:to>
                                        <p:strVal val="true"/>
                                      </p:to>
                                    </p:set>
                                  </p:childTnLst>
                                </p:cTn>
                              </p:par>
                              <p:par>
                                <p:cTn id="75" presetID="1" presetClass="entr" presetSubtype="0" fill="hold" nodeType="withEffect">
                                  <p:stCondLst>
                                    <p:cond delay="0"/>
                                  </p:stCondLst>
                                  <p:childTnLst>
                                    <p:set>
                                      <p:cBhvr>
                                        <p:cTn id="7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1">
                                            <p:txEl>
                                              <p:pRg st="2" end="2"/>
                                            </p:txEl>
                                          </p:spTgt>
                                        </p:tgtEl>
                                        <p:attrNameLst>
                                          <p:attrName>style.visibility</p:attrName>
                                        </p:attrNameLst>
                                      </p:cBhvr>
                                      <p:to>
                                        <p:strVal val="visible"/>
                                      </p:to>
                                    </p:set>
                                  </p:childTnLst>
                                </p:cTn>
                              </p:par>
                              <p:par>
                                <p:cTn id="81" presetID="1" presetClass="entr" presetSubtype="0" fill="hold" grpId="1" nodeType="withEffect">
                                  <p:stCondLst>
                                    <p:cond delay="0"/>
                                  </p:stCondLst>
                                  <p:childTnLst>
                                    <p:set>
                                      <p:cBhvr>
                                        <p:cTn id="82" dur="1" fill="hold">
                                          <p:stCondLst>
                                            <p:cond delay="0"/>
                                          </p:stCondLst>
                                        </p:cTn>
                                        <p:tgtEl>
                                          <p:spTgt spid="84"/>
                                        </p:tgtEl>
                                        <p:attrNameLst>
                                          <p:attrName>style.visibility</p:attrName>
                                        </p:attrNameLst>
                                      </p:cBhvr>
                                      <p:to>
                                        <p:strVal val="visible"/>
                                      </p:to>
                                    </p:set>
                                  </p:childTnLst>
                                </p:cTn>
                              </p:par>
                              <p:par>
                                <p:cTn id="83" presetID="19" presetClass="emph" presetSubtype="0" fill="hold" grpId="0" nodeType="withEffect">
                                  <p:stCondLst>
                                    <p:cond delay="0"/>
                                  </p:stCondLst>
                                  <p:childTnLst>
                                    <p:animClr clrSpc="rgb" dir="cw">
                                      <p:cBhvr override="childStyle">
                                        <p:cTn id="84" dur="500" fill="hold"/>
                                        <p:tgtEl>
                                          <p:spTgt spid="24"/>
                                        </p:tgtEl>
                                        <p:attrNameLst>
                                          <p:attrName>style.color</p:attrName>
                                        </p:attrNameLst>
                                      </p:cBhvr>
                                      <p:to>
                                        <a:srgbClr val="FF0000"/>
                                      </p:to>
                                    </p:animClr>
                                    <p:animClr clrSpc="rgb" dir="cw">
                                      <p:cBhvr>
                                        <p:cTn id="85" dur="500" fill="hold"/>
                                        <p:tgtEl>
                                          <p:spTgt spid="24"/>
                                        </p:tgtEl>
                                        <p:attrNameLst>
                                          <p:attrName>fillcolor</p:attrName>
                                        </p:attrNameLst>
                                      </p:cBhvr>
                                      <p:to>
                                        <a:srgbClr val="FF0000"/>
                                      </p:to>
                                    </p:animClr>
                                    <p:set>
                                      <p:cBhvr>
                                        <p:cTn id="86" dur="500" fill="hold"/>
                                        <p:tgtEl>
                                          <p:spTgt spid="24"/>
                                        </p:tgtEl>
                                        <p:attrNameLst>
                                          <p:attrName>fill.type</p:attrName>
                                        </p:attrNameLst>
                                      </p:cBhvr>
                                      <p:to>
                                        <p:strVal val="solid"/>
                                      </p:to>
                                    </p:set>
                                    <p:set>
                                      <p:cBhvr>
                                        <p:cTn id="87" dur="500" fill="hold"/>
                                        <p:tgtEl>
                                          <p:spTgt spid="24"/>
                                        </p:tgtEl>
                                        <p:attrNameLst>
                                          <p:attrName>fill.on</p:attrName>
                                        </p:attrNameLst>
                                      </p:cBhvr>
                                      <p:to>
                                        <p:strVal val="true"/>
                                      </p:to>
                                    </p:set>
                                  </p:childTnLst>
                                </p:cTn>
                              </p:par>
                              <p:par>
                                <p:cTn id="88" presetID="19" presetClass="emph" presetSubtype="0" fill="hold" grpId="0" nodeType="withEffect">
                                  <p:stCondLst>
                                    <p:cond delay="0"/>
                                  </p:stCondLst>
                                  <p:childTnLst>
                                    <p:animClr clrSpc="rgb" dir="cw">
                                      <p:cBhvr override="childStyle">
                                        <p:cTn id="89" dur="500" fill="hold"/>
                                        <p:tgtEl>
                                          <p:spTgt spid="25"/>
                                        </p:tgtEl>
                                        <p:attrNameLst>
                                          <p:attrName>style.color</p:attrName>
                                        </p:attrNameLst>
                                      </p:cBhvr>
                                      <p:to>
                                        <a:srgbClr val="FF0000"/>
                                      </p:to>
                                    </p:animClr>
                                    <p:animClr clrSpc="rgb" dir="cw">
                                      <p:cBhvr>
                                        <p:cTn id="90" dur="500" fill="hold"/>
                                        <p:tgtEl>
                                          <p:spTgt spid="25"/>
                                        </p:tgtEl>
                                        <p:attrNameLst>
                                          <p:attrName>fillcolor</p:attrName>
                                        </p:attrNameLst>
                                      </p:cBhvr>
                                      <p:to>
                                        <a:srgbClr val="FF0000"/>
                                      </p:to>
                                    </p:animClr>
                                    <p:set>
                                      <p:cBhvr>
                                        <p:cTn id="91" dur="500" fill="hold"/>
                                        <p:tgtEl>
                                          <p:spTgt spid="25"/>
                                        </p:tgtEl>
                                        <p:attrNameLst>
                                          <p:attrName>fill.type</p:attrName>
                                        </p:attrNameLst>
                                      </p:cBhvr>
                                      <p:to>
                                        <p:strVal val="solid"/>
                                      </p:to>
                                    </p:set>
                                    <p:set>
                                      <p:cBhvr>
                                        <p:cTn id="92" dur="500" fill="hold"/>
                                        <p:tgtEl>
                                          <p:spTgt spid="25"/>
                                        </p:tgtEl>
                                        <p:attrNameLst>
                                          <p:attrName>fill.on</p:attrName>
                                        </p:attrNameLst>
                                      </p:cBhvr>
                                      <p:to>
                                        <p:strVal val="true"/>
                                      </p:to>
                                    </p:set>
                                  </p:childTnLst>
                                </p:cTn>
                              </p:par>
                              <p:par>
                                <p:cTn id="93" presetID="19" presetClass="emph" presetSubtype="0" fill="hold" grpId="0" nodeType="withEffect">
                                  <p:stCondLst>
                                    <p:cond delay="0"/>
                                  </p:stCondLst>
                                  <p:childTnLst>
                                    <p:animClr clrSpc="rgb" dir="cw">
                                      <p:cBhvr override="childStyle">
                                        <p:cTn id="94" dur="500" fill="hold"/>
                                        <p:tgtEl>
                                          <p:spTgt spid="26"/>
                                        </p:tgtEl>
                                        <p:attrNameLst>
                                          <p:attrName>style.color</p:attrName>
                                        </p:attrNameLst>
                                      </p:cBhvr>
                                      <p:to>
                                        <a:srgbClr val="FF0000"/>
                                      </p:to>
                                    </p:animClr>
                                    <p:animClr clrSpc="rgb" dir="cw">
                                      <p:cBhvr>
                                        <p:cTn id="95" dur="500" fill="hold"/>
                                        <p:tgtEl>
                                          <p:spTgt spid="26"/>
                                        </p:tgtEl>
                                        <p:attrNameLst>
                                          <p:attrName>fillcolor</p:attrName>
                                        </p:attrNameLst>
                                      </p:cBhvr>
                                      <p:to>
                                        <a:srgbClr val="FF0000"/>
                                      </p:to>
                                    </p:animClr>
                                    <p:set>
                                      <p:cBhvr>
                                        <p:cTn id="96" dur="500" fill="hold"/>
                                        <p:tgtEl>
                                          <p:spTgt spid="26"/>
                                        </p:tgtEl>
                                        <p:attrNameLst>
                                          <p:attrName>fill.type</p:attrName>
                                        </p:attrNameLst>
                                      </p:cBhvr>
                                      <p:to>
                                        <p:strVal val="solid"/>
                                      </p:to>
                                    </p:set>
                                    <p:set>
                                      <p:cBhvr>
                                        <p:cTn id="97" dur="500" fill="hold"/>
                                        <p:tgtEl>
                                          <p:spTgt spid="26"/>
                                        </p:tgtEl>
                                        <p:attrNameLst>
                                          <p:attrName>fill.on</p:attrName>
                                        </p:attrNameLst>
                                      </p:cBhvr>
                                      <p:to>
                                        <p:strVal val="true"/>
                                      </p:to>
                                    </p:set>
                                  </p:childTnLst>
                                </p:cTn>
                              </p:par>
                              <p:par>
                                <p:cTn id="98" presetID="19" presetClass="emph" presetSubtype="0" fill="hold" grpId="0" nodeType="withEffect">
                                  <p:stCondLst>
                                    <p:cond delay="0"/>
                                  </p:stCondLst>
                                  <p:childTnLst>
                                    <p:animClr clrSpc="rgb" dir="cw">
                                      <p:cBhvr override="childStyle">
                                        <p:cTn id="99" dur="500" fill="hold"/>
                                        <p:tgtEl>
                                          <p:spTgt spid="27"/>
                                        </p:tgtEl>
                                        <p:attrNameLst>
                                          <p:attrName>style.color</p:attrName>
                                        </p:attrNameLst>
                                      </p:cBhvr>
                                      <p:to>
                                        <a:srgbClr val="FF0000"/>
                                      </p:to>
                                    </p:animClr>
                                    <p:animClr clrSpc="rgb" dir="cw">
                                      <p:cBhvr>
                                        <p:cTn id="100" dur="500" fill="hold"/>
                                        <p:tgtEl>
                                          <p:spTgt spid="27"/>
                                        </p:tgtEl>
                                        <p:attrNameLst>
                                          <p:attrName>fillcolor</p:attrName>
                                        </p:attrNameLst>
                                      </p:cBhvr>
                                      <p:to>
                                        <a:srgbClr val="FF0000"/>
                                      </p:to>
                                    </p:animClr>
                                    <p:set>
                                      <p:cBhvr>
                                        <p:cTn id="101" dur="500" fill="hold"/>
                                        <p:tgtEl>
                                          <p:spTgt spid="27"/>
                                        </p:tgtEl>
                                        <p:attrNameLst>
                                          <p:attrName>fill.type</p:attrName>
                                        </p:attrNameLst>
                                      </p:cBhvr>
                                      <p:to>
                                        <p:strVal val="solid"/>
                                      </p:to>
                                    </p:set>
                                    <p:set>
                                      <p:cBhvr>
                                        <p:cTn id="102" dur="500" fill="hold"/>
                                        <p:tgtEl>
                                          <p:spTgt spid="27"/>
                                        </p:tgtEl>
                                        <p:attrNameLst>
                                          <p:attrName>fill.on</p:attrName>
                                        </p:attrNameLst>
                                      </p:cBhvr>
                                      <p:to>
                                        <p:strVal val="true"/>
                                      </p:to>
                                    </p:set>
                                  </p:childTnLst>
                                </p:cTn>
                              </p:par>
                              <p:par>
                                <p:cTn id="103" presetID="19" presetClass="emph" presetSubtype="0" fill="hold" grpId="0" nodeType="withEffect">
                                  <p:stCondLst>
                                    <p:cond delay="0"/>
                                  </p:stCondLst>
                                  <p:childTnLst>
                                    <p:animClr clrSpc="rgb" dir="cw">
                                      <p:cBhvr override="childStyle">
                                        <p:cTn id="104" dur="500" fill="hold"/>
                                        <p:tgtEl>
                                          <p:spTgt spid="28"/>
                                        </p:tgtEl>
                                        <p:attrNameLst>
                                          <p:attrName>style.color</p:attrName>
                                        </p:attrNameLst>
                                      </p:cBhvr>
                                      <p:to>
                                        <a:srgbClr val="FF0000"/>
                                      </p:to>
                                    </p:animClr>
                                    <p:animClr clrSpc="rgb" dir="cw">
                                      <p:cBhvr>
                                        <p:cTn id="105" dur="500" fill="hold"/>
                                        <p:tgtEl>
                                          <p:spTgt spid="28"/>
                                        </p:tgtEl>
                                        <p:attrNameLst>
                                          <p:attrName>fillcolor</p:attrName>
                                        </p:attrNameLst>
                                      </p:cBhvr>
                                      <p:to>
                                        <a:srgbClr val="FF0000"/>
                                      </p:to>
                                    </p:animClr>
                                    <p:set>
                                      <p:cBhvr>
                                        <p:cTn id="106" dur="500" fill="hold"/>
                                        <p:tgtEl>
                                          <p:spTgt spid="28"/>
                                        </p:tgtEl>
                                        <p:attrNameLst>
                                          <p:attrName>fill.type</p:attrName>
                                        </p:attrNameLst>
                                      </p:cBhvr>
                                      <p:to>
                                        <p:strVal val="solid"/>
                                      </p:to>
                                    </p:set>
                                    <p:set>
                                      <p:cBhvr>
                                        <p:cTn id="107" dur="500" fill="hold"/>
                                        <p:tgtEl>
                                          <p:spTgt spid="28"/>
                                        </p:tgtEl>
                                        <p:attrNameLst>
                                          <p:attrName>fill.on</p:attrName>
                                        </p:attrNameLst>
                                      </p:cBhvr>
                                      <p:to>
                                        <p:strVal val="true"/>
                                      </p:to>
                                    </p:set>
                                  </p:childTnLst>
                                </p:cTn>
                              </p:par>
                              <p:par>
                                <p:cTn id="108" presetID="19" presetClass="emph" presetSubtype="0" fill="hold" grpId="0" nodeType="withEffect">
                                  <p:stCondLst>
                                    <p:cond delay="0"/>
                                  </p:stCondLst>
                                  <p:childTnLst>
                                    <p:animClr clrSpc="rgb" dir="cw">
                                      <p:cBhvr override="childStyle">
                                        <p:cTn id="109" dur="500" fill="hold"/>
                                        <p:tgtEl>
                                          <p:spTgt spid="29"/>
                                        </p:tgtEl>
                                        <p:attrNameLst>
                                          <p:attrName>style.color</p:attrName>
                                        </p:attrNameLst>
                                      </p:cBhvr>
                                      <p:to>
                                        <a:srgbClr val="FF0000"/>
                                      </p:to>
                                    </p:animClr>
                                    <p:animClr clrSpc="rgb" dir="cw">
                                      <p:cBhvr>
                                        <p:cTn id="110" dur="500" fill="hold"/>
                                        <p:tgtEl>
                                          <p:spTgt spid="29"/>
                                        </p:tgtEl>
                                        <p:attrNameLst>
                                          <p:attrName>fillcolor</p:attrName>
                                        </p:attrNameLst>
                                      </p:cBhvr>
                                      <p:to>
                                        <a:srgbClr val="FF0000"/>
                                      </p:to>
                                    </p:animClr>
                                    <p:set>
                                      <p:cBhvr>
                                        <p:cTn id="111" dur="500" fill="hold"/>
                                        <p:tgtEl>
                                          <p:spTgt spid="29"/>
                                        </p:tgtEl>
                                        <p:attrNameLst>
                                          <p:attrName>fill.type</p:attrName>
                                        </p:attrNameLst>
                                      </p:cBhvr>
                                      <p:to>
                                        <p:strVal val="solid"/>
                                      </p:to>
                                    </p:set>
                                    <p:set>
                                      <p:cBhvr>
                                        <p:cTn id="112" dur="500" fill="hold"/>
                                        <p:tgtEl>
                                          <p:spTgt spid="29"/>
                                        </p:tgtEl>
                                        <p:attrNameLst>
                                          <p:attrName>fill.on</p:attrName>
                                        </p:attrNameLst>
                                      </p:cBhvr>
                                      <p:to>
                                        <p:strVal val="true"/>
                                      </p:to>
                                    </p:set>
                                  </p:childTnLst>
                                </p:cTn>
                              </p:par>
                              <p:par>
                                <p:cTn id="113" presetID="19" presetClass="emph" presetSubtype="0" fill="hold" grpId="0" nodeType="withEffect">
                                  <p:stCondLst>
                                    <p:cond delay="0"/>
                                  </p:stCondLst>
                                  <p:childTnLst>
                                    <p:animClr clrSpc="rgb" dir="cw">
                                      <p:cBhvr override="childStyle">
                                        <p:cTn id="114" dur="500" fill="hold"/>
                                        <p:tgtEl>
                                          <p:spTgt spid="30"/>
                                        </p:tgtEl>
                                        <p:attrNameLst>
                                          <p:attrName>style.color</p:attrName>
                                        </p:attrNameLst>
                                      </p:cBhvr>
                                      <p:to>
                                        <a:srgbClr val="FF0000"/>
                                      </p:to>
                                    </p:animClr>
                                    <p:animClr clrSpc="rgb" dir="cw">
                                      <p:cBhvr>
                                        <p:cTn id="115" dur="500" fill="hold"/>
                                        <p:tgtEl>
                                          <p:spTgt spid="30"/>
                                        </p:tgtEl>
                                        <p:attrNameLst>
                                          <p:attrName>fillcolor</p:attrName>
                                        </p:attrNameLst>
                                      </p:cBhvr>
                                      <p:to>
                                        <a:srgbClr val="FF0000"/>
                                      </p:to>
                                    </p:animClr>
                                    <p:set>
                                      <p:cBhvr>
                                        <p:cTn id="116" dur="500" fill="hold"/>
                                        <p:tgtEl>
                                          <p:spTgt spid="30"/>
                                        </p:tgtEl>
                                        <p:attrNameLst>
                                          <p:attrName>fill.type</p:attrName>
                                        </p:attrNameLst>
                                      </p:cBhvr>
                                      <p:to>
                                        <p:strVal val="solid"/>
                                      </p:to>
                                    </p:set>
                                    <p:set>
                                      <p:cBhvr>
                                        <p:cTn id="117" dur="500" fill="hold"/>
                                        <p:tgtEl>
                                          <p:spTgt spid="30"/>
                                        </p:tgtEl>
                                        <p:attrNameLst>
                                          <p:attrName>fill.on</p:attrName>
                                        </p:attrNameLst>
                                      </p:cBhvr>
                                      <p:to>
                                        <p:strVal val="true"/>
                                      </p:to>
                                    </p:set>
                                  </p:childTnLst>
                                </p:cTn>
                              </p:par>
                              <p:par>
                                <p:cTn id="118" presetID="19" presetClass="emph" presetSubtype="0" fill="hold" grpId="0" nodeType="withEffect">
                                  <p:stCondLst>
                                    <p:cond delay="0"/>
                                  </p:stCondLst>
                                  <p:childTnLst>
                                    <p:animClr clrSpc="rgb" dir="cw">
                                      <p:cBhvr override="childStyle">
                                        <p:cTn id="119" dur="500" fill="hold"/>
                                        <p:tgtEl>
                                          <p:spTgt spid="31"/>
                                        </p:tgtEl>
                                        <p:attrNameLst>
                                          <p:attrName>style.color</p:attrName>
                                        </p:attrNameLst>
                                      </p:cBhvr>
                                      <p:to>
                                        <a:srgbClr val="FF0000"/>
                                      </p:to>
                                    </p:animClr>
                                    <p:animClr clrSpc="rgb" dir="cw">
                                      <p:cBhvr>
                                        <p:cTn id="120" dur="500" fill="hold"/>
                                        <p:tgtEl>
                                          <p:spTgt spid="31"/>
                                        </p:tgtEl>
                                        <p:attrNameLst>
                                          <p:attrName>fillcolor</p:attrName>
                                        </p:attrNameLst>
                                      </p:cBhvr>
                                      <p:to>
                                        <a:srgbClr val="FF0000"/>
                                      </p:to>
                                    </p:animClr>
                                    <p:set>
                                      <p:cBhvr>
                                        <p:cTn id="121" dur="500" fill="hold"/>
                                        <p:tgtEl>
                                          <p:spTgt spid="31"/>
                                        </p:tgtEl>
                                        <p:attrNameLst>
                                          <p:attrName>fill.type</p:attrName>
                                        </p:attrNameLst>
                                      </p:cBhvr>
                                      <p:to>
                                        <p:strVal val="solid"/>
                                      </p:to>
                                    </p:set>
                                    <p:set>
                                      <p:cBhvr>
                                        <p:cTn id="122" dur="500" fill="hold"/>
                                        <p:tgtEl>
                                          <p:spTgt spid="31"/>
                                        </p:tgtEl>
                                        <p:attrNameLst>
                                          <p:attrName>fill.on</p:attrName>
                                        </p:attrNameLst>
                                      </p:cBhvr>
                                      <p:to>
                                        <p:strVal val="true"/>
                                      </p:to>
                                    </p:set>
                                  </p:childTnLst>
                                </p:cTn>
                              </p:par>
                              <p:par>
                                <p:cTn id="123" presetID="19" presetClass="emph" presetSubtype="0" fill="hold" grpId="0" nodeType="withEffect">
                                  <p:stCondLst>
                                    <p:cond delay="0"/>
                                  </p:stCondLst>
                                  <p:childTnLst>
                                    <p:animClr clrSpc="rgb" dir="cw">
                                      <p:cBhvr override="childStyle">
                                        <p:cTn id="124" dur="500" fill="hold"/>
                                        <p:tgtEl>
                                          <p:spTgt spid="32"/>
                                        </p:tgtEl>
                                        <p:attrNameLst>
                                          <p:attrName>style.color</p:attrName>
                                        </p:attrNameLst>
                                      </p:cBhvr>
                                      <p:to>
                                        <a:srgbClr val="FF0000"/>
                                      </p:to>
                                    </p:animClr>
                                    <p:animClr clrSpc="rgb" dir="cw">
                                      <p:cBhvr>
                                        <p:cTn id="125" dur="500" fill="hold"/>
                                        <p:tgtEl>
                                          <p:spTgt spid="32"/>
                                        </p:tgtEl>
                                        <p:attrNameLst>
                                          <p:attrName>fillcolor</p:attrName>
                                        </p:attrNameLst>
                                      </p:cBhvr>
                                      <p:to>
                                        <a:srgbClr val="FF0000"/>
                                      </p:to>
                                    </p:animClr>
                                    <p:set>
                                      <p:cBhvr>
                                        <p:cTn id="126" dur="500" fill="hold"/>
                                        <p:tgtEl>
                                          <p:spTgt spid="32"/>
                                        </p:tgtEl>
                                        <p:attrNameLst>
                                          <p:attrName>fill.type</p:attrName>
                                        </p:attrNameLst>
                                      </p:cBhvr>
                                      <p:to>
                                        <p:strVal val="solid"/>
                                      </p:to>
                                    </p:set>
                                    <p:set>
                                      <p:cBhvr>
                                        <p:cTn id="127" dur="500" fill="hold"/>
                                        <p:tgtEl>
                                          <p:spTgt spid="32"/>
                                        </p:tgtEl>
                                        <p:attrNameLst>
                                          <p:attrName>fill.on</p:attrName>
                                        </p:attrNameLst>
                                      </p:cBhvr>
                                      <p:to>
                                        <p:strVal val="true"/>
                                      </p:to>
                                    </p:set>
                                  </p:childTnLst>
                                </p:cTn>
                              </p:par>
                              <p:par>
                                <p:cTn id="128" presetID="19" presetClass="emph" presetSubtype="0" fill="hold" grpId="0" nodeType="withEffect">
                                  <p:stCondLst>
                                    <p:cond delay="0"/>
                                  </p:stCondLst>
                                  <p:childTnLst>
                                    <p:animClr clrSpc="rgb" dir="cw">
                                      <p:cBhvr override="childStyle">
                                        <p:cTn id="129" dur="500" fill="hold"/>
                                        <p:tgtEl>
                                          <p:spTgt spid="33"/>
                                        </p:tgtEl>
                                        <p:attrNameLst>
                                          <p:attrName>style.color</p:attrName>
                                        </p:attrNameLst>
                                      </p:cBhvr>
                                      <p:to>
                                        <a:srgbClr val="FF0000"/>
                                      </p:to>
                                    </p:animClr>
                                    <p:animClr clrSpc="rgb" dir="cw">
                                      <p:cBhvr>
                                        <p:cTn id="130" dur="500" fill="hold"/>
                                        <p:tgtEl>
                                          <p:spTgt spid="33"/>
                                        </p:tgtEl>
                                        <p:attrNameLst>
                                          <p:attrName>fillcolor</p:attrName>
                                        </p:attrNameLst>
                                      </p:cBhvr>
                                      <p:to>
                                        <a:srgbClr val="FF0000"/>
                                      </p:to>
                                    </p:animClr>
                                    <p:set>
                                      <p:cBhvr>
                                        <p:cTn id="131" dur="500" fill="hold"/>
                                        <p:tgtEl>
                                          <p:spTgt spid="33"/>
                                        </p:tgtEl>
                                        <p:attrNameLst>
                                          <p:attrName>fill.type</p:attrName>
                                        </p:attrNameLst>
                                      </p:cBhvr>
                                      <p:to>
                                        <p:strVal val="solid"/>
                                      </p:to>
                                    </p:set>
                                    <p:set>
                                      <p:cBhvr>
                                        <p:cTn id="132" dur="500" fill="hold"/>
                                        <p:tgtEl>
                                          <p:spTgt spid="33"/>
                                        </p:tgtEl>
                                        <p:attrNameLst>
                                          <p:attrName>fill.on</p:attrName>
                                        </p:attrNameLst>
                                      </p:cBhvr>
                                      <p:to>
                                        <p:strVal val="true"/>
                                      </p:to>
                                    </p:set>
                                  </p:childTnLst>
                                </p:cTn>
                              </p:par>
                              <p:par>
                                <p:cTn id="133" presetID="19" presetClass="emph" presetSubtype="0" fill="hold" grpId="0" nodeType="withEffect">
                                  <p:stCondLst>
                                    <p:cond delay="0"/>
                                  </p:stCondLst>
                                  <p:childTnLst>
                                    <p:animClr clrSpc="rgb" dir="cw">
                                      <p:cBhvr override="childStyle">
                                        <p:cTn id="134" dur="500" fill="hold"/>
                                        <p:tgtEl>
                                          <p:spTgt spid="34"/>
                                        </p:tgtEl>
                                        <p:attrNameLst>
                                          <p:attrName>style.color</p:attrName>
                                        </p:attrNameLst>
                                      </p:cBhvr>
                                      <p:to>
                                        <a:srgbClr val="FF0000"/>
                                      </p:to>
                                    </p:animClr>
                                    <p:animClr clrSpc="rgb" dir="cw">
                                      <p:cBhvr>
                                        <p:cTn id="135" dur="500" fill="hold"/>
                                        <p:tgtEl>
                                          <p:spTgt spid="34"/>
                                        </p:tgtEl>
                                        <p:attrNameLst>
                                          <p:attrName>fillcolor</p:attrName>
                                        </p:attrNameLst>
                                      </p:cBhvr>
                                      <p:to>
                                        <a:srgbClr val="FF0000"/>
                                      </p:to>
                                    </p:animClr>
                                    <p:set>
                                      <p:cBhvr>
                                        <p:cTn id="136" dur="500" fill="hold"/>
                                        <p:tgtEl>
                                          <p:spTgt spid="34"/>
                                        </p:tgtEl>
                                        <p:attrNameLst>
                                          <p:attrName>fill.type</p:attrName>
                                        </p:attrNameLst>
                                      </p:cBhvr>
                                      <p:to>
                                        <p:strVal val="solid"/>
                                      </p:to>
                                    </p:set>
                                    <p:set>
                                      <p:cBhvr>
                                        <p:cTn id="137" dur="500" fill="hold"/>
                                        <p:tgtEl>
                                          <p:spTgt spid="34"/>
                                        </p:tgtEl>
                                        <p:attrNameLst>
                                          <p:attrName>fill.on</p:attrName>
                                        </p:attrNameLst>
                                      </p:cBhvr>
                                      <p:to>
                                        <p:strVal val="true"/>
                                      </p:to>
                                    </p:set>
                                  </p:childTnLst>
                                </p:cTn>
                              </p:par>
                              <p:par>
                                <p:cTn id="138" presetID="19" presetClass="emph" presetSubtype="0" fill="hold" grpId="0" nodeType="withEffect">
                                  <p:stCondLst>
                                    <p:cond delay="0"/>
                                  </p:stCondLst>
                                  <p:childTnLst>
                                    <p:animClr clrSpc="rgb" dir="cw">
                                      <p:cBhvr override="childStyle">
                                        <p:cTn id="139" dur="500" fill="hold"/>
                                        <p:tgtEl>
                                          <p:spTgt spid="35"/>
                                        </p:tgtEl>
                                        <p:attrNameLst>
                                          <p:attrName>style.color</p:attrName>
                                        </p:attrNameLst>
                                      </p:cBhvr>
                                      <p:to>
                                        <a:srgbClr val="FF0000"/>
                                      </p:to>
                                    </p:animClr>
                                    <p:animClr clrSpc="rgb" dir="cw">
                                      <p:cBhvr>
                                        <p:cTn id="140" dur="500" fill="hold"/>
                                        <p:tgtEl>
                                          <p:spTgt spid="35"/>
                                        </p:tgtEl>
                                        <p:attrNameLst>
                                          <p:attrName>fillcolor</p:attrName>
                                        </p:attrNameLst>
                                      </p:cBhvr>
                                      <p:to>
                                        <a:srgbClr val="FF0000"/>
                                      </p:to>
                                    </p:animClr>
                                    <p:set>
                                      <p:cBhvr>
                                        <p:cTn id="141" dur="500" fill="hold"/>
                                        <p:tgtEl>
                                          <p:spTgt spid="35"/>
                                        </p:tgtEl>
                                        <p:attrNameLst>
                                          <p:attrName>fill.type</p:attrName>
                                        </p:attrNameLst>
                                      </p:cBhvr>
                                      <p:to>
                                        <p:strVal val="solid"/>
                                      </p:to>
                                    </p:set>
                                    <p:set>
                                      <p:cBhvr>
                                        <p:cTn id="142" dur="500" fill="hold"/>
                                        <p:tgtEl>
                                          <p:spTgt spid="35"/>
                                        </p:tgtEl>
                                        <p:attrNameLst>
                                          <p:attrName>fill.on</p:attrName>
                                        </p:attrNameLst>
                                      </p:cBhvr>
                                      <p:to>
                                        <p:strVal val="true"/>
                                      </p:to>
                                    </p:set>
                                  </p:childTnLst>
                                </p:cTn>
                              </p:par>
                              <p:par>
                                <p:cTn id="143" presetID="19" presetClass="emph" presetSubtype="0" fill="hold" grpId="0" nodeType="withEffect">
                                  <p:stCondLst>
                                    <p:cond delay="0"/>
                                  </p:stCondLst>
                                  <p:childTnLst>
                                    <p:animClr clrSpc="rgb" dir="cw">
                                      <p:cBhvr override="childStyle">
                                        <p:cTn id="144" dur="500" fill="hold"/>
                                        <p:tgtEl>
                                          <p:spTgt spid="36"/>
                                        </p:tgtEl>
                                        <p:attrNameLst>
                                          <p:attrName>style.color</p:attrName>
                                        </p:attrNameLst>
                                      </p:cBhvr>
                                      <p:to>
                                        <a:srgbClr val="FF0000"/>
                                      </p:to>
                                    </p:animClr>
                                    <p:animClr clrSpc="rgb" dir="cw">
                                      <p:cBhvr>
                                        <p:cTn id="145" dur="500" fill="hold"/>
                                        <p:tgtEl>
                                          <p:spTgt spid="36"/>
                                        </p:tgtEl>
                                        <p:attrNameLst>
                                          <p:attrName>fillcolor</p:attrName>
                                        </p:attrNameLst>
                                      </p:cBhvr>
                                      <p:to>
                                        <a:srgbClr val="FF0000"/>
                                      </p:to>
                                    </p:animClr>
                                    <p:set>
                                      <p:cBhvr>
                                        <p:cTn id="146" dur="500" fill="hold"/>
                                        <p:tgtEl>
                                          <p:spTgt spid="36"/>
                                        </p:tgtEl>
                                        <p:attrNameLst>
                                          <p:attrName>fill.type</p:attrName>
                                        </p:attrNameLst>
                                      </p:cBhvr>
                                      <p:to>
                                        <p:strVal val="solid"/>
                                      </p:to>
                                    </p:set>
                                    <p:set>
                                      <p:cBhvr>
                                        <p:cTn id="147" dur="500" fill="hold"/>
                                        <p:tgtEl>
                                          <p:spTgt spid="36"/>
                                        </p:tgtEl>
                                        <p:attrNameLst>
                                          <p:attrName>fill.on</p:attrName>
                                        </p:attrNameLst>
                                      </p:cBhvr>
                                      <p:to>
                                        <p:strVal val="true"/>
                                      </p:to>
                                    </p:set>
                                  </p:childTnLst>
                                </p:cTn>
                              </p:par>
                              <p:par>
                                <p:cTn id="148" presetID="19" presetClass="emph" presetSubtype="0" fill="hold" grpId="0" nodeType="withEffect">
                                  <p:stCondLst>
                                    <p:cond delay="0"/>
                                  </p:stCondLst>
                                  <p:childTnLst>
                                    <p:animClr clrSpc="rgb" dir="cw">
                                      <p:cBhvr override="childStyle">
                                        <p:cTn id="149" dur="500" fill="hold"/>
                                        <p:tgtEl>
                                          <p:spTgt spid="37"/>
                                        </p:tgtEl>
                                        <p:attrNameLst>
                                          <p:attrName>style.color</p:attrName>
                                        </p:attrNameLst>
                                      </p:cBhvr>
                                      <p:to>
                                        <a:srgbClr val="FF0000"/>
                                      </p:to>
                                    </p:animClr>
                                    <p:animClr clrSpc="rgb" dir="cw">
                                      <p:cBhvr>
                                        <p:cTn id="150" dur="500" fill="hold"/>
                                        <p:tgtEl>
                                          <p:spTgt spid="37"/>
                                        </p:tgtEl>
                                        <p:attrNameLst>
                                          <p:attrName>fillcolor</p:attrName>
                                        </p:attrNameLst>
                                      </p:cBhvr>
                                      <p:to>
                                        <a:srgbClr val="FF0000"/>
                                      </p:to>
                                    </p:animClr>
                                    <p:set>
                                      <p:cBhvr>
                                        <p:cTn id="151" dur="500" fill="hold"/>
                                        <p:tgtEl>
                                          <p:spTgt spid="37"/>
                                        </p:tgtEl>
                                        <p:attrNameLst>
                                          <p:attrName>fill.type</p:attrName>
                                        </p:attrNameLst>
                                      </p:cBhvr>
                                      <p:to>
                                        <p:strVal val="solid"/>
                                      </p:to>
                                    </p:set>
                                    <p:set>
                                      <p:cBhvr>
                                        <p:cTn id="152" dur="500" fill="hold"/>
                                        <p:tgtEl>
                                          <p:spTgt spid="37"/>
                                        </p:tgtEl>
                                        <p:attrNameLst>
                                          <p:attrName>fill.on</p:attrName>
                                        </p:attrNameLst>
                                      </p:cBhvr>
                                      <p:to>
                                        <p:strVal val="true"/>
                                      </p:to>
                                    </p:set>
                                  </p:childTnLst>
                                </p:cTn>
                              </p:par>
                              <p:par>
                                <p:cTn id="153" presetID="19" presetClass="emph" presetSubtype="0" fill="hold" grpId="0" nodeType="withEffect">
                                  <p:stCondLst>
                                    <p:cond delay="0"/>
                                  </p:stCondLst>
                                  <p:childTnLst>
                                    <p:animClr clrSpc="rgb" dir="cw">
                                      <p:cBhvr override="childStyle">
                                        <p:cTn id="154" dur="500" fill="hold"/>
                                        <p:tgtEl>
                                          <p:spTgt spid="39"/>
                                        </p:tgtEl>
                                        <p:attrNameLst>
                                          <p:attrName>style.color</p:attrName>
                                        </p:attrNameLst>
                                      </p:cBhvr>
                                      <p:to>
                                        <a:srgbClr val="FF0000"/>
                                      </p:to>
                                    </p:animClr>
                                    <p:animClr clrSpc="rgb" dir="cw">
                                      <p:cBhvr>
                                        <p:cTn id="155" dur="500" fill="hold"/>
                                        <p:tgtEl>
                                          <p:spTgt spid="39"/>
                                        </p:tgtEl>
                                        <p:attrNameLst>
                                          <p:attrName>fillcolor</p:attrName>
                                        </p:attrNameLst>
                                      </p:cBhvr>
                                      <p:to>
                                        <a:srgbClr val="FF0000"/>
                                      </p:to>
                                    </p:animClr>
                                    <p:set>
                                      <p:cBhvr>
                                        <p:cTn id="156" dur="500" fill="hold"/>
                                        <p:tgtEl>
                                          <p:spTgt spid="39"/>
                                        </p:tgtEl>
                                        <p:attrNameLst>
                                          <p:attrName>fill.type</p:attrName>
                                        </p:attrNameLst>
                                      </p:cBhvr>
                                      <p:to>
                                        <p:strVal val="solid"/>
                                      </p:to>
                                    </p:set>
                                    <p:set>
                                      <p:cBhvr>
                                        <p:cTn id="157" dur="500" fill="hold"/>
                                        <p:tgtEl>
                                          <p:spTgt spid="39"/>
                                        </p:tgtEl>
                                        <p:attrNameLst>
                                          <p:attrName>fill.on</p:attrName>
                                        </p:attrNameLst>
                                      </p:cBhvr>
                                      <p:to>
                                        <p:strVal val="true"/>
                                      </p:to>
                                    </p:set>
                                  </p:childTnLst>
                                </p:cTn>
                              </p:par>
                              <p:par>
                                <p:cTn id="158" presetID="19" presetClass="emph" presetSubtype="0" fill="hold" grpId="0" nodeType="withEffect">
                                  <p:stCondLst>
                                    <p:cond delay="0"/>
                                  </p:stCondLst>
                                  <p:childTnLst>
                                    <p:animClr clrSpc="rgb" dir="cw">
                                      <p:cBhvr override="childStyle">
                                        <p:cTn id="159" dur="500" fill="hold"/>
                                        <p:tgtEl>
                                          <p:spTgt spid="40"/>
                                        </p:tgtEl>
                                        <p:attrNameLst>
                                          <p:attrName>style.color</p:attrName>
                                        </p:attrNameLst>
                                      </p:cBhvr>
                                      <p:to>
                                        <a:srgbClr val="FF0000"/>
                                      </p:to>
                                    </p:animClr>
                                    <p:animClr clrSpc="rgb" dir="cw">
                                      <p:cBhvr>
                                        <p:cTn id="160" dur="500" fill="hold"/>
                                        <p:tgtEl>
                                          <p:spTgt spid="40"/>
                                        </p:tgtEl>
                                        <p:attrNameLst>
                                          <p:attrName>fillcolor</p:attrName>
                                        </p:attrNameLst>
                                      </p:cBhvr>
                                      <p:to>
                                        <a:srgbClr val="FF0000"/>
                                      </p:to>
                                    </p:animClr>
                                    <p:set>
                                      <p:cBhvr>
                                        <p:cTn id="161" dur="500" fill="hold"/>
                                        <p:tgtEl>
                                          <p:spTgt spid="40"/>
                                        </p:tgtEl>
                                        <p:attrNameLst>
                                          <p:attrName>fill.type</p:attrName>
                                        </p:attrNameLst>
                                      </p:cBhvr>
                                      <p:to>
                                        <p:strVal val="solid"/>
                                      </p:to>
                                    </p:set>
                                    <p:set>
                                      <p:cBhvr>
                                        <p:cTn id="162" dur="500" fill="hold"/>
                                        <p:tgtEl>
                                          <p:spTgt spid="40"/>
                                        </p:tgtEl>
                                        <p:attrNameLst>
                                          <p:attrName>fill.on</p:attrName>
                                        </p:attrNameLst>
                                      </p:cBhvr>
                                      <p:to>
                                        <p:strVal val="true"/>
                                      </p:to>
                                    </p:set>
                                  </p:childTnLst>
                                </p:cTn>
                              </p:par>
                              <p:par>
                                <p:cTn id="163" presetID="19" presetClass="emph" presetSubtype="0" fill="hold" grpId="0" nodeType="withEffect">
                                  <p:stCondLst>
                                    <p:cond delay="0"/>
                                  </p:stCondLst>
                                  <p:childTnLst>
                                    <p:animClr clrSpc="rgb" dir="cw">
                                      <p:cBhvr override="childStyle">
                                        <p:cTn id="164" dur="500" fill="hold"/>
                                        <p:tgtEl>
                                          <p:spTgt spid="41"/>
                                        </p:tgtEl>
                                        <p:attrNameLst>
                                          <p:attrName>style.color</p:attrName>
                                        </p:attrNameLst>
                                      </p:cBhvr>
                                      <p:to>
                                        <a:srgbClr val="FF0000"/>
                                      </p:to>
                                    </p:animClr>
                                    <p:animClr clrSpc="rgb" dir="cw">
                                      <p:cBhvr>
                                        <p:cTn id="165" dur="500" fill="hold"/>
                                        <p:tgtEl>
                                          <p:spTgt spid="41"/>
                                        </p:tgtEl>
                                        <p:attrNameLst>
                                          <p:attrName>fillcolor</p:attrName>
                                        </p:attrNameLst>
                                      </p:cBhvr>
                                      <p:to>
                                        <a:srgbClr val="FF0000"/>
                                      </p:to>
                                    </p:animClr>
                                    <p:set>
                                      <p:cBhvr>
                                        <p:cTn id="166" dur="500" fill="hold"/>
                                        <p:tgtEl>
                                          <p:spTgt spid="41"/>
                                        </p:tgtEl>
                                        <p:attrNameLst>
                                          <p:attrName>fill.type</p:attrName>
                                        </p:attrNameLst>
                                      </p:cBhvr>
                                      <p:to>
                                        <p:strVal val="solid"/>
                                      </p:to>
                                    </p:set>
                                    <p:set>
                                      <p:cBhvr>
                                        <p:cTn id="167" dur="500" fill="hold"/>
                                        <p:tgtEl>
                                          <p:spTgt spid="41"/>
                                        </p:tgtEl>
                                        <p:attrNameLst>
                                          <p:attrName>fill.on</p:attrName>
                                        </p:attrNameLst>
                                      </p:cBhvr>
                                      <p:to>
                                        <p:strVal val="true"/>
                                      </p:to>
                                    </p:set>
                                  </p:childTnLst>
                                </p:cTn>
                              </p:par>
                              <p:par>
                                <p:cTn id="168" presetID="19" presetClass="emph" presetSubtype="0" fill="hold" grpId="0" nodeType="withEffect">
                                  <p:stCondLst>
                                    <p:cond delay="0"/>
                                  </p:stCondLst>
                                  <p:childTnLst>
                                    <p:animClr clrSpc="rgb" dir="cw">
                                      <p:cBhvr override="childStyle">
                                        <p:cTn id="169" dur="500" fill="hold"/>
                                        <p:tgtEl>
                                          <p:spTgt spid="42"/>
                                        </p:tgtEl>
                                        <p:attrNameLst>
                                          <p:attrName>style.color</p:attrName>
                                        </p:attrNameLst>
                                      </p:cBhvr>
                                      <p:to>
                                        <a:srgbClr val="FF0000"/>
                                      </p:to>
                                    </p:animClr>
                                    <p:animClr clrSpc="rgb" dir="cw">
                                      <p:cBhvr>
                                        <p:cTn id="170" dur="500" fill="hold"/>
                                        <p:tgtEl>
                                          <p:spTgt spid="42"/>
                                        </p:tgtEl>
                                        <p:attrNameLst>
                                          <p:attrName>fillcolor</p:attrName>
                                        </p:attrNameLst>
                                      </p:cBhvr>
                                      <p:to>
                                        <a:srgbClr val="FF0000"/>
                                      </p:to>
                                    </p:animClr>
                                    <p:set>
                                      <p:cBhvr>
                                        <p:cTn id="171" dur="500" fill="hold"/>
                                        <p:tgtEl>
                                          <p:spTgt spid="42"/>
                                        </p:tgtEl>
                                        <p:attrNameLst>
                                          <p:attrName>fill.type</p:attrName>
                                        </p:attrNameLst>
                                      </p:cBhvr>
                                      <p:to>
                                        <p:strVal val="solid"/>
                                      </p:to>
                                    </p:set>
                                    <p:set>
                                      <p:cBhvr>
                                        <p:cTn id="172" dur="500" fill="hold"/>
                                        <p:tgtEl>
                                          <p:spTgt spid="42"/>
                                        </p:tgtEl>
                                        <p:attrNameLst>
                                          <p:attrName>fill.on</p:attrName>
                                        </p:attrNameLst>
                                      </p:cBhvr>
                                      <p:to>
                                        <p:strVal val="true"/>
                                      </p:to>
                                    </p:set>
                                  </p:childTnLst>
                                </p:cTn>
                              </p:par>
                              <p:par>
                                <p:cTn id="173" presetID="19" presetClass="emph" presetSubtype="0" fill="hold" grpId="0" nodeType="withEffect">
                                  <p:stCondLst>
                                    <p:cond delay="0"/>
                                  </p:stCondLst>
                                  <p:childTnLst>
                                    <p:animClr clrSpc="rgb" dir="cw">
                                      <p:cBhvr override="childStyle">
                                        <p:cTn id="174" dur="500" fill="hold"/>
                                        <p:tgtEl>
                                          <p:spTgt spid="43"/>
                                        </p:tgtEl>
                                        <p:attrNameLst>
                                          <p:attrName>style.color</p:attrName>
                                        </p:attrNameLst>
                                      </p:cBhvr>
                                      <p:to>
                                        <a:srgbClr val="FF0000"/>
                                      </p:to>
                                    </p:animClr>
                                    <p:animClr clrSpc="rgb" dir="cw">
                                      <p:cBhvr>
                                        <p:cTn id="175" dur="500" fill="hold"/>
                                        <p:tgtEl>
                                          <p:spTgt spid="43"/>
                                        </p:tgtEl>
                                        <p:attrNameLst>
                                          <p:attrName>fillcolor</p:attrName>
                                        </p:attrNameLst>
                                      </p:cBhvr>
                                      <p:to>
                                        <a:srgbClr val="FF0000"/>
                                      </p:to>
                                    </p:animClr>
                                    <p:set>
                                      <p:cBhvr>
                                        <p:cTn id="176" dur="500" fill="hold"/>
                                        <p:tgtEl>
                                          <p:spTgt spid="43"/>
                                        </p:tgtEl>
                                        <p:attrNameLst>
                                          <p:attrName>fill.type</p:attrName>
                                        </p:attrNameLst>
                                      </p:cBhvr>
                                      <p:to>
                                        <p:strVal val="solid"/>
                                      </p:to>
                                    </p:set>
                                    <p:set>
                                      <p:cBhvr>
                                        <p:cTn id="177" dur="500" fill="hold"/>
                                        <p:tgtEl>
                                          <p:spTgt spid="43"/>
                                        </p:tgtEl>
                                        <p:attrNameLst>
                                          <p:attrName>fill.on</p:attrName>
                                        </p:attrNameLst>
                                      </p:cBhvr>
                                      <p:to>
                                        <p:strVal val="true"/>
                                      </p:to>
                                    </p:set>
                                  </p:childTnLst>
                                </p:cTn>
                              </p:par>
                              <p:par>
                                <p:cTn id="178" presetID="19" presetClass="emph" presetSubtype="0" fill="hold" grpId="0" nodeType="withEffect">
                                  <p:stCondLst>
                                    <p:cond delay="0"/>
                                  </p:stCondLst>
                                  <p:childTnLst>
                                    <p:animClr clrSpc="rgb" dir="cw">
                                      <p:cBhvr override="childStyle">
                                        <p:cTn id="179" dur="500" fill="hold"/>
                                        <p:tgtEl>
                                          <p:spTgt spid="44"/>
                                        </p:tgtEl>
                                        <p:attrNameLst>
                                          <p:attrName>style.color</p:attrName>
                                        </p:attrNameLst>
                                      </p:cBhvr>
                                      <p:to>
                                        <a:srgbClr val="FF0000"/>
                                      </p:to>
                                    </p:animClr>
                                    <p:animClr clrSpc="rgb" dir="cw">
                                      <p:cBhvr>
                                        <p:cTn id="180" dur="500" fill="hold"/>
                                        <p:tgtEl>
                                          <p:spTgt spid="44"/>
                                        </p:tgtEl>
                                        <p:attrNameLst>
                                          <p:attrName>fillcolor</p:attrName>
                                        </p:attrNameLst>
                                      </p:cBhvr>
                                      <p:to>
                                        <a:srgbClr val="FF0000"/>
                                      </p:to>
                                    </p:animClr>
                                    <p:set>
                                      <p:cBhvr>
                                        <p:cTn id="181" dur="500" fill="hold"/>
                                        <p:tgtEl>
                                          <p:spTgt spid="44"/>
                                        </p:tgtEl>
                                        <p:attrNameLst>
                                          <p:attrName>fill.type</p:attrName>
                                        </p:attrNameLst>
                                      </p:cBhvr>
                                      <p:to>
                                        <p:strVal val="solid"/>
                                      </p:to>
                                    </p:set>
                                    <p:set>
                                      <p:cBhvr>
                                        <p:cTn id="182" dur="500" fill="hold"/>
                                        <p:tgtEl>
                                          <p:spTgt spid="44"/>
                                        </p:tgtEl>
                                        <p:attrNameLst>
                                          <p:attrName>fill.on</p:attrName>
                                        </p:attrNameLst>
                                      </p:cBhvr>
                                      <p:to>
                                        <p:strVal val="true"/>
                                      </p:to>
                                    </p:set>
                                  </p:childTnLst>
                                </p:cTn>
                              </p:par>
                              <p:par>
                                <p:cTn id="183" presetID="19" presetClass="emph" presetSubtype="0" fill="hold" grpId="0" nodeType="withEffect">
                                  <p:stCondLst>
                                    <p:cond delay="0"/>
                                  </p:stCondLst>
                                  <p:childTnLst>
                                    <p:animClr clrSpc="rgb" dir="cw">
                                      <p:cBhvr override="childStyle">
                                        <p:cTn id="184" dur="500" fill="hold"/>
                                        <p:tgtEl>
                                          <p:spTgt spid="46"/>
                                        </p:tgtEl>
                                        <p:attrNameLst>
                                          <p:attrName>style.color</p:attrName>
                                        </p:attrNameLst>
                                      </p:cBhvr>
                                      <p:to>
                                        <a:srgbClr val="FF0000"/>
                                      </p:to>
                                    </p:animClr>
                                    <p:animClr clrSpc="rgb" dir="cw">
                                      <p:cBhvr>
                                        <p:cTn id="185" dur="500" fill="hold"/>
                                        <p:tgtEl>
                                          <p:spTgt spid="46"/>
                                        </p:tgtEl>
                                        <p:attrNameLst>
                                          <p:attrName>fillcolor</p:attrName>
                                        </p:attrNameLst>
                                      </p:cBhvr>
                                      <p:to>
                                        <a:srgbClr val="FF0000"/>
                                      </p:to>
                                    </p:animClr>
                                    <p:set>
                                      <p:cBhvr>
                                        <p:cTn id="186" dur="500" fill="hold"/>
                                        <p:tgtEl>
                                          <p:spTgt spid="46"/>
                                        </p:tgtEl>
                                        <p:attrNameLst>
                                          <p:attrName>fill.type</p:attrName>
                                        </p:attrNameLst>
                                      </p:cBhvr>
                                      <p:to>
                                        <p:strVal val="solid"/>
                                      </p:to>
                                    </p:set>
                                    <p:set>
                                      <p:cBhvr>
                                        <p:cTn id="187" dur="500" fill="hold"/>
                                        <p:tgtEl>
                                          <p:spTgt spid="46"/>
                                        </p:tgtEl>
                                        <p:attrNameLst>
                                          <p:attrName>fill.on</p:attrName>
                                        </p:attrNameLst>
                                      </p:cBhvr>
                                      <p:to>
                                        <p:strVal val="true"/>
                                      </p:to>
                                    </p:set>
                                  </p:childTnLst>
                                </p:cTn>
                              </p:par>
                              <p:par>
                                <p:cTn id="188" presetID="19" presetClass="emph" presetSubtype="0" fill="hold" grpId="0" nodeType="withEffect">
                                  <p:stCondLst>
                                    <p:cond delay="0"/>
                                  </p:stCondLst>
                                  <p:childTnLst>
                                    <p:animClr clrSpc="rgb" dir="cw">
                                      <p:cBhvr override="childStyle">
                                        <p:cTn id="189" dur="500" fill="hold"/>
                                        <p:tgtEl>
                                          <p:spTgt spid="47"/>
                                        </p:tgtEl>
                                        <p:attrNameLst>
                                          <p:attrName>style.color</p:attrName>
                                        </p:attrNameLst>
                                      </p:cBhvr>
                                      <p:to>
                                        <a:srgbClr val="FF0000"/>
                                      </p:to>
                                    </p:animClr>
                                    <p:animClr clrSpc="rgb" dir="cw">
                                      <p:cBhvr>
                                        <p:cTn id="190" dur="500" fill="hold"/>
                                        <p:tgtEl>
                                          <p:spTgt spid="47"/>
                                        </p:tgtEl>
                                        <p:attrNameLst>
                                          <p:attrName>fillcolor</p:attrName>
                                        </p:attrNameLst>
                                      </p:cBhvr>
                                      <p:to>
                                        <a:srgbClr val="FF0000"/>
                                      </p:to>
                                    </p:animClr>
                                    <p:set>
                                      <p:cBhvr>
                                        <p:cTn id="191" dur="500" fill="hold"/>
                                        <p:tgtEl>
                                          <p:spTgt spid="47"/>
                                        </p:tgtEl>
                                        <p:attrNameLst>
                                          <p:attrName>fill.type</p:attrName>
                                        </p:attrNameLst>
                                      </p:cBhvr>
                                      <p:to>
                                        <p:strVal val="solid"/>
                                      </p:to>
                                    </p:set>
                                    <p:set>
                                      <p:cBhvr>
                                        <p:cTn id="192" dur="500" fill="hold"/>
                                        <p:tgtEl>
                                          <p:spTgt spid="47"/>
                                        </p:tgtEl>
                                        <p:attrNameLst>
                                          <p:attrName>fill.on</p:attrName>
                                        </p:attrNameLst>
                                      </p:cBhvr>
                                      <p:to>
                                        <p:strVal val="true"/>
                                      </p:to>
                                    </p:set>
                                  </p:childTnLst>
                                </p:cTn>
                              </p:par>
                              <p:par>
                                <p:cTn id="193" presetID="19" presetClass="emph" presetSubtype="0" fill="hold" grpId="0" nodeType="withEffect">
                                  <p:stCondLst>
                                    <p:cond delay="0"/>
                                  </p:stCondLst>
                                  <p:childTnLst>
                                    <p:animClr clrSpc="rgb" dir="cw">
                                      <p:cBhvr override="childStyle">
                                        <p:cTn id="194" dur="500" fill="hold"/>
                                        <p:tgtEl>
                                          <p:spTgt spid="48"/>
                                        </p:tgtEl>
                                        <p:attrNameLst>
                                          <p:attrName>style.color</p:attrName>
                                        </p:attrNameLst>
                                      </p:cBhvr>
                                      <p:to>
                                        <a:srgbClr val="FF0000"/>
                                      </p:to>
                                    </p:animClr>
                                    <p:animClr clrSpc="rgb" dir="cw">
                                      <p:cBhvr>
                                        <p:cTn id="195" dur="500" fill="hold"/>
                                        <p:tgtEl>
                                          <p:spTgt spid="48"/>
                                        </p:tgtEl>
                                        <p:attrNameLst>
                                          <p:attrName>fillcolor</p:attrName>
                                        </p:attrNameLst>
                                      </p:cBhvr>
                                      <p:to>
                                        <a:srgbClr val="FF0000"/>
                                      </p:to>
                                    </p:animClr>
                                    <p:set>
                                      <p:cBhvr>
                                        <p:cTn id="196" dur="500" fill="hold"/>
                                        <p:tgtEl>
                                          <p:spTgt spid="48"/>
                                        </p:tgtEl>
                                        <p:attrNameLst>
                                          <p:attrName>fill.type</p:attrName>
                                        </p:attrNameLst>
                                      </p:cBhvr>
                                      <p:to>
                                        <p:strVal val="solid"/>
                                      </p:to>
                                    </p:set>
                                    <p:set>
                                      <p:cBhvr>
                                        <p:cTn id="197" dur="500" fill="hold"/>
                                        <p:tgtEl>
                                          <p:spTgt spid="48"/>
                                        </p:tgtEl>
                                        <p:attrNameLst>
                                          <p:attrName>fill.on</p:attrName>
                                        </p:attrNameLst>
                                      </p:cBhvr>
                                      <p:to>
                                        <p:strVal val="true"/>
                                      </p:to>
                                    </p:set>
                                  </p:childTnLst>
                                </p:cTn>
                              </p:par>
                              <p:par>
                                <p:cTn id="198" presetID="19" presetClass="emph" presetSubtype="0" fill="hold" grpId="0" nodeType="withEffect">
                                  <p:stCondLst>
                                    <p:cond delay="0"/>
                                  </p:stCondLst>
                                  <p:childTnLst>
                                    <p:animClr clrSpc="rgb" dir="cw">
                                      <p:cBhvr override="childStyle">
                                        <p:cTn id="199" dur="500" fill="hold"/>
                                        <p:tgtEl>
                                          <p:spTgt spid="49"/>
                                        </p:tgtEl>
                                        <p:attrNameLst>
                                          <p:attrName>style.color</p:attrName>
                                        </p:attrNameLst>
                                      </p:cBhvr>
                                      <p:to>
                                        <a:srgbClr val="FF0000"/>
                                      </p:to>
                                    </p:animClr>
                                    <p:animClr clrSpc="rgb" dir="cw">
                                      <p:cBhvr>
                                        <p:cTn id="200" dur="500" fill="hold"/>
                                        <p:tgtEl>
                                          <p:spTgt spid="49"/>
                                        </p:tgtEl>
                                        <p:attrNameLst>
                                          <p:attrName>fillcolor</p:attrName>
                                        </p:attrNameLst>
                                      </p:cBhvr>
                                      <p:to>
                                        <a:srgbClr val="FF0000"/>
                                      </p:to>
                                    </p:animClr>
                                    <p:set>
                                      <p:cBhvr>
                                        <p:cTn id="201" dur="500" fill="hold"/>
                                        <p:tgtEl>
                                          <p:spTgt spid="49"/>
                                        </p:tgtEl>
                                        <p:attrNameLst>
                                          <p:attrName>fill.type</p:attrName>
                                        </p:attrNameLst>
                                      </p:cBhvr>
                                      <p:to>
                                        <p:strVal val="solid"/>
                                      </p:to>
                                    </p:set>
                                    <p:set>
                                      <p:cBhvr>
                                        <p:cTn id="202" dur="500" fill="hold"/>
                                        <p:tgtEl>
                                          <p:spTgt spid="49"/>
                                        </p:tgtEl>
                                        <p:attrNameLst>
                                          <p:attrName>fill.on</p:attrName>
                                        </p:attrNameLst>
                                      </p:cBhvr>
                                      <p:to>
                                        <p:strVal val="true"/>
                                      </p:to>
                                    </p:set>
                                  </p:childTnLst>
                                </p:cTn>
                              </p:par>
                              <p:par>
                                <p:cTn id="203" presetID="19" presetClass="emph" presetSubtype="0" fill="hold" grpId="0" nodeType="withEffect">
                                  <p:stCondLst>
                                    <p:cond delay="0"/>
                                  </p:stCondLst>
                                  <p:childTnLst>
                                    <p:animClr clrSpc="rgb" dir="cw">
                                      <p:cBhvr override="childStyle">
                                        <p:cTn id="204" dur="500" fill="hold"/>
                                        <p:tgtEl>
                                          <p:spTgt spid="50"/>
                                        </p:tgtEl>
                                        <p:attrNameLst>
                                          <p:attrName>style.color</p:attrName>
                                        </p:attrNameLst>
                                      </p:cBhvr>
                                      <p:to>
                                        <a:srgbClr val="FF0000"/>
                                      </p:to>
                                    </p:animClr>
                                    <p:animClr clrSpc="rgb" dir="cw">
                                      <p:cBhvr>
                                        <p:cTn id="205" dur="500" fill="hold"/>
                                        <p:tgtEl>
                                          <p:spTgt spid="50"/>
                                        </p:tgtEl>
                                        <p:attrNameLst>
                                          <p:attrName>fillcolor</p:attrName>
                                        </p:attrNameLst>
                                      </p:cBhvr>
                                      <p:to>
                                        <a:srgbClr val="FF0000"/>
                                      </p:to>
                                    </p:animClr>
                                    <p:set>
                                      <p:cBhvr>
                                        <p:cTn id="206" dur="500" fill="hold"/>
                                        <p:tgtEl>
                                          <p:spTgt spid="50"/>
                                        </p:tgtEl>
                                        <p:attrNameLst>
                                          <p:attrName>fill.type</p:attrName>
                                        </p:attrNameLst>
                                      </p:cBhvr>
                                      <p:to>
                                        <p:strVal val="solid"/>
                                      </p:to>
                                    </p:set>
                                    <p:set>
                                      <p:cBhvr>
                                        <p:cTn id="207" dur="500" fill="hold"/>
                                        <p:tgtEl>
                                          <p:spTgt spid="50"/>
                                        </p:tgtEl>
                                        <p:attrNameLst>
                                          <p:attrName>fill.on</p:attrName>
                                        </p:attrNameLst>
                                      </p:cBhvr>
                                      <p:to>
                                        <p:strVal val="true"/>
                                      </p:to>
                                    </p:set>
                                  </p:childTnLst>
                                </p:cTn>
                              </p:par>
                              <p:par>
                                <p:cTn id="208" presetID="19" presetClass="emph" presetSubtype="0" fill="hold" grpId="0" nodeType="withEffect">
                                  <p:stCondLst>
                                    <p:cond delay="0"/>
                                  </p:stCondLst>
                                  <p:childTnLst>
                                    <p:animClr clrSpc="rgb" dir="cw">
                                      <p:cBhvr override="childStyle">
                                        <p:cTn id="209" dur="500" fill="hold"/>
                                        <p:tgtEl>
                                          <p:spTgt spid="51"/>
                                        </p:tgtEl>
                                        <p:attrNameLst>
                                          <p:attrName>style.color</p:attrName>
                                        </p:attrNameLst>
                                      </p:cBhvr>
                                      <p:to>
                                        <a:srgbClr val="FF0000"/>
                                      </p:to>
                                    </p:animClr>
                                    <p:animClr clrSpc="rgb" dir="cw">
                                      <p:cBhvr>
                                        <p:cTn id="210" dur="500" fill="hold"/>
                                        <p:tgtEl>
                                          <p:spTgt spid="51"/>
                                        </p:tgtEl>
                                        <p:attrNameLst>
                                          <p:attrName>fillcolor</p:attrName>
                                        </p:attrNameLst>
                                      </p:cBhvr>
                                      <p:to>
                                        <a:srgbClr val="FF0000"/>
                                      </p:to>
                                    </p:animClr>
                                    <p:set>
                                      <p:cBhvr>
                                        <p:cTn id="211" dur="500" fill="hold"/>
                                        <p:tgtEl>
                                          <p:spTgt spid="51"/>
                                        </p:tgtEl>
                                        <p:attrNameLst>
                                          <p:attrName>fill.type</p:attrName>
                                        </p:attrNameLst>
                                      </p:cBhvr>
                                      <p:to>
                                        <p:strVal val="solid"/>
                                      </p:to>
                                    </p:set>
                                    <p:set>
                                      <p:cBhvr>
                                        <p:cTn id="212" dur="500" fill="hold"/>
                                        <p:tgtEl>
                                          <p:spTgt spid="51"/>
                                        </p:tgtEl>
                                        <p:attrNameLst>
                                          <p:attrName>fill.on</p:attrName>
                                        </p:attrNameLst>
                                      </p:cBhvr>
                                      <p:to>
                                        <p:strVal val="true"/>
                                      </p:to>
                                    </p:set>
                                  </p:childTnLst>
                                </p:cTn>
                              </p:par>
                              <p:par>
                                <p:cTn id="213" presetID="19" presetClass="emph" presetSubtype="0" fill="hold" grpId="0" nodeType="withEffect">
                                  <p:stCondLst>
                                    <p:cond delay="0"/>
                                  </p:stCondLst>
                                  <p:childTnLst>
                                    <p:animClr clrSpc="rgb" dir="cw">
                                      <p:cBhvr override="childStyle">
                                        <p:cTn id="214" dur="500" fill="hold"/>
                                        <p:tgtEl>
                                          <p:spTgt spid="53"/>
                                        </p:tgtEl>
                                        <p:attrNameLst>
                                          <p:attrName>style.color</p:attrName>
                                        </p:attrNameLst>
                                      </p:cBhvr>
                                      <p:to>
                                        <a:srgbClr val="FF0000"/>
                                      </p:to>
                                    </p:animClr>
                                    <p:animClr clrSpc="rgb" dir="cw">
                                      <p:cBhvr>
                                        <p:cTn id="215" dur="500" fill="hold"/>
                                        <p:tgtEl>
                                          <p:spTgt spid="53"/>
                                        </p:tgtEl>
                                        <p:attrNameLst>
                                          <p:attrName>fillcolor</p:attrName>
                                        </p:attrNameLst>
                                      </p:cBhvr>
                                      <p:to>
                                        <a:srgbClr val="FF0000"/>
                                      </p:to>
                                    </p:animClr>
                                    <p:set>
                                      <p:cBhvr>
                                        <p:cTn id="216" dur="500" fill="hold"/>
                                        <p:tgtEl>
                                          <p:spTgt spid="53"/>
                                        </p:tgtEl>
                                        <p:attrNameLst>
                                          <p:attrName>fill.type</p:attrName>
                                        </p:attrNameLst>
                                      </p:cBhvr>
                                      <p:to>
                                        <p:strVal val="solid"/>
                                      </p:to>
                                    </p:set>
                                    <p:set>
                                      <p:cBhvr>
                                        <p:cTn id="217" dur="500" fill="hold"/>
                                        <p:tgtEl>
                                          <p:spTgt spid="53"/>
                                        </p:tgtEl>
                                        <p:attrNameLst>
                                          <p:attrName>fill.on</p:attrName>
                                        </p:attrNameLst>
                                      </p:cBhvr>
                                      <p:to>
                                        <p:strVal val="true"/>
                                      </p:to>
                                    </p:set>
                                  </p:childTnLst>
                                </p:cTn>
                              </p:par>
                              <p:par>
                                <p:cTn id="218" presetID="19" presetClass="emph" presetSubtype="0" fill="hold" grpId="0" nodeType="withEffect">
                                  <p:stCondLst>
                                    <p:cond delay="0"/>
                                  </p:stCondLst>
                                  <p:childTnLst>
                                    <p:animClr clrSpc="rgb" dir="cw">
                                      <p:cBhvr override="childStyle">
                                        <p:cTn id="219" dur="500" fill="hold"/>
                                        <p:tgtEl>
                                          <p:spTgt spid="54"/>
                                        </p:tgtEl>
                                        <p:attrNameLst>
                                          <p:attrName>style.color</p:attrName>
                                        </p:attrNameLst>
                                      </p:cBhvr>
                                      <p:to>
                                        <a:srgbClr val="FF0000"/>
                                      </p:to>
                                    </p:animClr>
                                    <p:animClr clrSpc="rgb" dir="cw">
                                      <p:cBhvr>
                                        <p:cTn id="220" dur="500" fill="hold"/>
                                        <p:tgtEl>
                                          <p:spTgt spid="54"/>
                                        </p:tgtEl>
                                        <p:attrNameLst>
                                          <p:attrName>fillcolor</p:attrName>
                                        </p:attrNameLst>
                                      </p:cBhvr>
                                      <p:to>
                                        <a:srgbClr val="FF0000"/>
                                      </p:to>
                                    </p:animClr>
                                    <p:set>
                                      <p:cBhvr>
                                        <p:cTn id="221" dur="500" fill="hold"/>
                                        <p:tgtEl>
                                          <p:spTgt spid="54"/>
                                        </p:tgtEl>
                                        <p:attrNameLst>
                                          <p:attrName>fill.type</p:attrName>
                                        </p:attrNameLst>
                                      </p:cBhvr>
                                      <p:to>
                                        <p:strVal val="solid"/>
                                      </p:to>
                                    </p:set>
                                    <p:set>
                                      <p:cBhvr>
                                        <p:cTn id="222" dur="500" fill="hold"/>
                                        <p:tgtEl>
                                          <p:spTgt spid="54"/>
                                        </p:tgtEl>
                                        <p:attrNameLst>
                                          <p:attrName>fill.on</p:attrName>
                                        </p:attrNameLst>
                                      </p:cBhvr>
                                      <p:to>
                                        <p:strVal val="true"/>
                                      </p:to>
                                    </p:set>
                                  </p:childTnLst>
                                </p:cTn>
                              </p:par>
                              <p:par>
                                <p:cTn id="223" presetID="19" presetClass="emph" presetSubtype="0" fill="hold" grpId="0" nodeType="withEffect">
                                  <p:stCondLst>
                                    <p:cond delay="0"/>
                                  </p:stCondLst>
                                  <p:childTnLst>
                                    <p:animClr clrSpc="rgb" dir="cw">
                                      <p:cBhvr override="childStyle">
                                        <p:cTn id="224" dur="500" fill="hold"/>
                                        <p:tgtEl>
                                          <p:spTgt spid="55"/>
                                        </p:tgtEl>
                                        <p:attrNameLst>
                                          <p:attrName>style.color</p:attrName>
                                        </p:attrNameLst>
                                      </p:cBhvr>
                                      <p:to>
                                        <a:srgbClr val="FF0000"/>
                                      </p:to>
                                    </p:animClr>
                                    <p:animClr clrSpc="rgb" dir="cw">
                                      <p:cBhvr>
                                        <p:cTn id="225" dur="500" fill="hold"/>
                                        <p:tgtEl>
                                          <p:spTgt spid="55"/>
                                        </p:tgtEl>
                                        <p:attrNameLst>
                                          <p:attrName>fillcolor</p:attrName>
                                        </p:attrNameLst>
                                      </p:cBhvr>
                                      <p:to>
                                        <a:srgbClr val="FF0000"/>
                                      </p:to>
                                    </p:animClr>
                                    <p:set>
                                      <p:cBhvr>
                                        <p:cTn id="226" dur="500" fill="hold"/>
                                        <p:tgtEl>
                                          <p:spTgt spid="55"/>
                                        </p:tgtEl>
                                        <p:attrNameLst>
                                          <p:attrName>fill.type</p:attrName>
                                        </p:attrNameLst>
                                      </p:cBhvr>
                                      <p:to>
                                        <p:strVal val="solid"/>
                                      </p:to>
                                    </p:set>
                                    <p:set>
                                      <p:cBhvr>
                                        <p:cTn id="227" dur="500" fill="hold"/>
                                        <p:tgtEl>
                                          <p:spTgt spid="55"/>
                                        </p:tgtEl>
                                        <p:attrNameLst>
                                          <p:attrName>fill.on</p:attrName>
                                        </p:attrNameLst>
                                      </p:cBhvr>
                                      <p:to>
                                        <p:strVal val="true"/>
                                      </p:to>
                                    </p:set>
                                  </p:childTnLst>
                                </p:cTn>
                              </p:par>
                              <p:par>
                                <p:cTn id="228" presetID="19" presetClass="emph" presetSubtype="0" fill="hold" grpId="0" nodeType="withEffect">
                                  <p:stCondLst>
                                    <p:cond delay="0"/>
                                  </p:stCondLst>
                                  <p:childTnLst>
                                    <p:animClr clrSpc="rgb" dir="cw">
                                      <p:cBhvr override="childStyle">
                                        <p:cTn id="229" dur="500" fill="hold"/>
                                        <p:tgtEl>
                                          <p:spTgt spid="56"/>
                                        </p:tgtEl>
                                        <p:attrNameLst>
                                          <p:attrName>style.color</p:attrName>
                                        </p:attrNameLst>
                                      </p:cBhvr>
                                      <p:to>
                                        <a:srgbClr val="FF0000"/>
                                      </p:to>
                                    </p:animClr>
                                    <p:animClr clrSpc="rgb" dir="cw">
                                      <p:cBhvr>
                                        <p:cTn id="230" dur="500" fill="hold"/>
                                        <p:tgtEl>
                                          <p:spTgt spid="56"/>
                                        </p:tgtEl>
                                        <p:attrNameLst>
                                          <p:attrName>fillcolor</p:attrName>
                                        </p:attrNameLst>
                                      </p:cBhvr>
                                      <p:to>
                                        <a:srgbClr val="FF0000"/>
                                      </p:to>
                                    </p:animClr>
                                    <p:set>
                                      <p:cBhvr>
                                        <p:cTn id="231" dur="500" fill="hold"/>
                                        <p:tgtEl>
                                          <p:spTgt spid="56"/>
                                        </p:tgtEl>
                                        <p:attrNameLst>
                                          <p:attrName>fill.type</p:attrName>
                                        </p:attrNameLst>
                                      </p:cBhvr>
                                      <p:to>
                                        <p:strVal val="solid"/>
                                      </p:to>
                                    </p:set>
                                    <p:set>
                                      <p:cBhvr>
                                        <p:cTn id="232" dur="500" fill="hold"/>
                                        <p:tgtEl>
                                          <p:spTgt spid="56"/>
                                        </p:tgtEl>
                                        <p:attrNameLst>
                                          <p:attrName>fill.on</p:attrName>
                                        </p:attrNameLst>
                                      </p:cBhvr>
                                      <p:to>
                                        <p:strVal val="true"/>
                                      </p:to>
                                    </p:set>
                                  </p:childTnLst>
                                </p:cTn>
                              </p:par>
                              <p:par>
                                <p:cTn id="233" presetID="19" presetClass="emph" presetSubtype="0" fill="hold" grpId="0" nodeType="withEffect">
                                  <p:stCondLst>
                                    <p:cond delay="0"/>
                                  </p:stCondLst>
                                  <p:childTnLst>
                                    <p:animClr clrSpc="rgb" dir="cw">
                                      <p:cBhvr override="childStyle">
                                        <p:cTn id="234" dur="500" fill="hold"/>
                                        <p:tgtEl>
                                          <p:spTgt spid="57"/>
                                        </p:tgtEl>
                                        <p:attrNameLst>
                                          <p:attrName>style.color</p:attrName>
                                        </p:attrNameLst>
                                      </p:cBhvr>
                                      <p:to>
                                        <a:srgbClr val="FF0000"/>
                                      </p:to>
                                    </p:animClr>
                                    <p:animClr clrSpc="rgb" dir="cw">
                                      <p:cBhvr>
                                        <p:cTn id="235" dur="500" fill="hold"/>
                                        <p:tgtEl>
                                          <p:spTgt spid="57"/>
                                        </p:tgtEl>
                                        <p:attrNameLst>
                                          <p:attrName>fillcolor</p:attrName>
                                        </p:attrNameLst>
                                      </p:cBhvr>
                                      <p:to>
                                        <a:srgbClr val="FF0000"/>
                                      </p:to>
                                    </p:animClr>
                                    <p:set>
                                      <p:cBhvr>
                                        <p:cTn id="236" dur="500" fill="hold"/>
                                        <p:tgtEl>
                                          <p:spTgt spid="57"/>
                                        </p:tgtEl>
                                        <p:attrNameLst>
                                          <p:attrName>fill.type</p:attrName>
                                        </p:attrNameLst>
                                      </p:cBhvr>
                                      <p:to>
                                        <p:strVal val="solid"/>
                                      </p:to>
                                    </p:set>
                                    <p:set>
                                      <p:cBhvr>
                                        <p:cTn id="237" dur="500" fill="hold"/>
                                        <p:tgtEl>
                                          <p:spTgt spid="57"/>
                                        </p:tgtEl>
                                        <p:attrNameLst>
                                          <p:attrName>fill.on</p:attrName>
                                        </p:attrNameLst>
                                      </p:cBhvr>
                                      <p:to>
                                        <p:strVal val="true"/>
                                      </p:to>
                                    </p:set>
                                  </p:childTnLst>
                                </p:cTn>
                              </p:par>
                              <p:par>
                                <p:cTn id="238" presetID="19" presetClass="emph" presetSubtype="0" fill="hold" grpId="0" nodeType="withEffect">
                                  <p:stCondLst>
                                    <p:cond delay="0"/>
                                  </p:stCondLst>
                                  <p:childTnLst>
                                    <p:animClr clrSpc="rgb" dir="cw">
                                      <p:cBhvr override="childStyle">
                                        <p:cTn id="239" dur="500" fill="hold"/>
                                        <p:tgtEl>
                                          <p:spTgt spid="59"/>
                                        </p:tgtEl>
                                        <p:attrNameLst>
                                          <p:attrName>style.color</p:attrName>
                                        </p:attrNameLst>
                                      </p:cBhvr>
                                      <p:to>
                                        <a:srgbClr val="FF0000"/>
                                      </p:to>
                                    </p:animClr>
                                    <p:animClr clrSpc="rgb" dir="cw">
                                      <p:cBhvr>
                                        <p:cTn id="240" dur="500" fill="hold"/>
                                        <p:tgtEl>
                                          <p:spTgt spid="59"/>
                                        </p:tgtEl>
                                        <p:attrNameLst>
                                          <p:attrName>fillcolor</p:attrName>
                                        </p:attrNameLst>
                                      </p:cBhvr>
                                      <p:to>
                                        <a:srgbClr val="FF0000"/>
                                      </p:to>
                                    </p:animClr>
                                    <p:set>
                                      <p:cBhvr>
                                        <p:cTn id="241" dur="500" fill="hold"/>
                                        <p:tgtEl>
                                          <p:spTgt spid="59"/>
                                        </p:tgtEl>
                                        <p:attrNameLst>
                                          <p:attrName>fill.type</p:attrName>
                                        </p:attrNameLst>
                                      </p:cBhvr>
                                      <p:to>
                                        <p:strVal val="solid"/>
                                      </p:to>
                                    </p:set>
                                    <p:set>
                                      <p:cBhvr>
                                        <p:cTn id="242" dur="500" fill="hold"/>
                                        <p:tgtEl>
                                          <p:spTgt spid="59"/>
                                        </p:tgtEl>
                                        <p:attrNameLst>
                                          <p:attrName>fill.on</p:attrName>
                                        </p:attrNameLst>
                                      </p:cBhvr>
                                      <p:to>
                                        <p:strVal val="true"/>
                                      </p:to>
                                    </p:set>
                                  </p:childTnLst>
                                </p:cTn>
                              </p:par>
                              <p:par>
                                <p:cTn id="243" presetID="19" presetClass="emph" presetSubtype="0" fill="hold" grpId="0" nodeType="withEffect">
                                  <p:stCondLst>
                                    <p:cond delay="0"/>
                                  </p:stCondLst>
                                  <p:childTnLst>
                                    <p:animClr clrSpc="rgb" dir="cw">
                                      <p:cBhvr override="childStyle">
                                        <p:cTn id="244" dur="500" fill="hold"/>
                                        <p:tgtEl>
                                          <p:spTgt spid="60"/>
                                        </p:tgtEl>
                                        <p:attrNameLst>
                                          <p:attrName>style.color</p:attrName>
                                        </p:attrNameLst>
                                      </p:cBhvr>
                                      <p:to>
                                        <a:srgbClr val="FF0000"/>
                                      </p:to>
                                    </p:animClr>
                                    <p:animClr clrSpc="rgb" dir="cw">
                                      <p:cBhvr>
                                        <p:cTn id="245" dur="500" fill="hold"/>
                                        <p:tgtEl>
                                          <p:spTgt spid="60"/>
                                        </p:tgtEl>
                                        <p:attrNameLst>
                                          <p:attrName>fillcolor</p:attrName>
                                        </p:attrNameLst>
                                      </p:cBhvr>
                                      <p:to>
                                        <a:srgbClr val="FF0000"/>
                                      </p:to>
                                    </p:animClr>
                                    <p:set>
                                      <p:cBhvr>
                                        <p:cTn id="246" dur="500" fill="hold"/>
                                        <p:tgtEl>
                                          <p:spTgt spid="60"/>
                                        </p:tgtEl>
                                        <p:attrNameLst>
                                          <p:attrName>fill.type</p:attrName>
                                        </p:attrNameLst>
                                      </p:cBhvr>
                                      <p:to>
                                        <p:strVal val="solid"/>
                                      </p:to>
                                    </p:set>
                                    <p:set>
                                      <p:cBhvr>
                                        <p:cTn id="247" dur="500" fill="hold"/>
                                        <p:tgtEl>
                                          <p:spTgt spid="60"/>
                                        </p:tgtEl>
                                        <p:attrNameLst>
                                          <p:attrName>fill.on</p:attrName>
                                        </p:attrNameLst>
                                      </p:cBhvr>
                                      <p:to>
                                        <p:strVal val="true"/>
                                      </p:to>
                                    </p:set>
                                  </p:childTnLst>
                                </p:cTn>
                              </p:par>
                              <p:par>
                                <p:cTn id="248" presetID="19" presetClass="emph" presetSubtype="0" fill="hold" grpId="0" nodeType="withEffect">
                                  <p:stCondLst>
                                    <p:cond delay="0"/>
                                  </p:stCondLst>
                                  <p:childTnLst>
                                    <p:animClr clrSpc="rgb" dir="cw">
                                      <p:cBhvr override="childStyle">
                                        <p:cTn id="249" dur="500" fill="hold"/>
                                        <p:tgtEl>
                                          <p:spTgt spid="61"/>
                                        </p:tgtEl>
                                        <p:attrNameLst>
                                          <p:attrName>style.color</p:attrName>
                                        </p:attrNameLst>
                                      </p:cBhvr>
                                      <p:to>
                                        <a:srgbClr val="FF0000"/>
                                      </p:to>
                                    </p:animClr>
                                    <p:animClr clrSpc="rgb" dir="cw">
                                      <p:cBhvr>
                                        <p:cTn id="250" dur="500" fill="hold"/>
                                        <p:tgtEl>
                                          <p:spTgt spid="61"/>
                                        </p:tgtEl>
                                        <p:attrNameLst>
                                          <p:attrName>fillcolor</p:attrName>
                                        </p:attrNameLst>
                                      </p:cBhvr>
                                      <p:to>
                                        <a:srgbClr val="FF0000"/>
                                      </p:to>
                                    </p:animClr>
                                    <p:set>
                                      <p:cBhvr>
                                        <p:cTn id="251" dur="500" fill="hold"/>
                                        <p:tgtEl>
                                          <p:spTgt spid="61"/>
                                        </p:tgtEl>
                                        <p:attrNameLst>
                                          <p:attrName>fill.type</p:attrName>
                                        </p:attrNameLst>
                                      </p:cBhvr>
                                      <p:to>
                                        <p:strVal val="solid"/>
                                      </p:to>
                                    </p:set>
                                    <p:set>
                                      <p:cBhvr>
                                        <p:cTn id="252" dur="500" fill="hold"/>
                                        <p:tgtEl>
                                          <p:spTgt spid="61"/>
                                        </p:tgtEl>
                                        <p:attrNameLst>
                                          <p:attrName>fill.on</p:attrName>
                                        </p:attrNameLst>
                                      </p:cBhvr>
                                      <p:to>
                                        <p:strVal val="true"/>
                                      </p:to>
                                    </p:set>
                                  </p:childTnLst>
                                </p:cTn>
                              </p:par>
                              <p:par>
                                <p:cTn id="253" presetID="19" presetClass="emph" presetSubtype="0" fill="hold" grpId="0" nodeType="withEffect">
                                  <p:stCondLst>
                                    <p:cond delay="0"/>
                                  </p:stCondLst>
                                  <p:childTnLst>
                                    <p:animClr clrSpc="rgb" dir="cw">
                                      <p:cBhvr override="childStyle">
                                        <p:cTn id="254" dur="500" fill="hold"/>
                                        <p:tgtEl>
                                          <p:spTgt spid="62"/>
                                        </p:tgtEl>
                                        <p:attrNameLst>
                                          <p:attrName>style.color</p:attrName>
                                        </p:attrNameLst>
                                      </p:cBhvr>
                                      <p:to>
                                        <a:srgbClr val="FF0000"/>
                                      </p:to>
                                    </p:animClr>
                                    <p:animClr clrSpc="rgb" dir="cw">
                                      <p:cBhvr>
                                        <p:cTn id="255" dur="500" fill="hold"/>
                                        <p:tgtEl>
                                          <p:spTgt spid="62"/>
                                        </p:tgtEl>
                                        <p:attrNameLst>
                                          <p:attrName>fillcolor</p:attrName>
                                        </p:attrNameLst>
                                      </p:cBhvr>
                                      <p:to>
                                        <a:srgbClr val="FF0000"/>
                                      </p:to>
                                    </p:animClr>
                                    <p:set>
                                      <p:cBhvr>
                                        <p:cTn id="256" dur="500" fill="hold"/>
                                        <p:tgtEl>
                                          <p:spTgt spid="62"/>
                                        </p:tgtEl>
                                        <p:attrNameLst>
                                          <p:attrName>fill.type</p:attrName>
                                        </p:attrNameLst>
                                      </p:cBhvr>
                                      <p:to>
                                        <p:strVal val="solid"/>
                                      </p:to>
                                    </p:set>
                                    <p:set>
                                      <p:cBhvr>
                                        <p:cTn id="257" dur="500" fill="hold"/>
                                        <p:tgtEl>
                                          <p:spTgt spid="62"/>
                                        </p:tgtEl>
                                        <p:attrNameLst>
                                          <p:attrName>fill.on</p:attrName>
                                        </p:attrNameLst>
                                      </p:cBhvr>
                                      <p:to>
                                        <p:strVal val="true"/>
                                      </p:to>
                                    </p:set>
                                  </p:childTnLst>
                                </p:cTn>
                              </p:par>
                              <p:par>
                                <p:cTn id="258" presetID="19" presetClass="emph" presetSubtype="0" fill="hold" grpId="0" nodeType="withEffect">
                                  <p:stCondLst>
                                    <p:cond delay="0"/>
                                  </p:stCondLst>
                                  <p:childTnLst>
                                    <p:animClr clrSpc="rgb" dir="cw">
                                      <p:cBhvr override="childStyle">
                                        <p:cTn id="259" dur="500" fill="hold"/>
                                        <p:tgtEl>
                                          <p:spTgt spid="63"/>
                                        </p:tgtEl>
                                        <p:attrNameLst>
                                          <p:attrName>style.color</p:attrName>
                                        </p:attrNameLst>
                                      </p:cBhvr>
                                      <p:to>
                                        <a:srgbClr val="FF0000"/>
                                      </p:to>
                                    </p:animClr>
                                    <p:animClr clrSpc="rgb" dir="cw">
                                      <p:cBhvr>
                                        <p:cTn id="260" dur="500" fill="hold"/>
                                        <p:tgtEl>
                                          <p:spTgt spid="63"/>
                                        </p:tgtEl>
                                        <p:attrNameLst>
                                          <p:attrName>fillcolor</p:attrName>
                                        </p:attrNameLst>
                                      </p:cBhvr>
                                      <p:to>
                                        <a:srgbClr val="FF0000"/>
                                      </p:to>
                                    </p:animClr>
                                    <p:set>
                                      <p:cBhvr>
                                        <p:cTn id="261" dur="500" fill="hold"/>
                                        <p:tgtEl>
                                          <p:spTgt spid="63"/>
                                        </p:tgtEl>
                                        <p:attrNameLst>
                                          <p:attrName>fill.type</p:attrName>
                                        </p:attrNameLst>
                                      </p:cBhvr>
                                      <p:to>
                                        <p:strVal val="solid"/>
                                      </p:to>
                                    </p:set>
                                    <p:set>
                                      <p:cBhvr>
                                        <p:cTn id="262" dur="500" fill="hold"/>
                                        <p:tgtEl>
                                          <p:spTgt spid="63"/>
                                        </p:tgtEl>
                                        <p:attrNameLst>
                                          <p:attrName>fill.on</p:attrName>
                                        </p:attrNameLst>
                                      </p:cBhvr>
                                      <p:to>
                                        <p:strVal val="true"/>
                                      </p:to>
                                    </p:set>
                                  </p:childTnLst>
                                </p:cTn>
                              </p:par>
                              <p:par>
                                <p:cTn id="263" presetID="19" presetClass="emph" presetSubtype="0" fill="hold" grpId="0" nodeType="withEffect">
                                  <p:stCondLst>
                                    <p:cond delay="0"/>
                                  </p:stCondLst>
                                  <p:childTnLst>
                                    <p:animClr clrSpc="rgb" dir="cw">
                                      <p:cBhvr override="childStyle">
                                        <p:cTn id="264" dur="500" fill="hold"/>
                                        <p:tgtEl>
                                          <p:spTgt spid="64"/>
                                        </p:tgtEl>
                                        <p:attrNameLst>
                                          <p:attrName>style.color</p:attrName>
                                        </p:attrNameLst>
                                      </p:cBhvr>
                                      <p:to>
                                        <a:srgbClr val="FF0000"/>
                                      </p:to>
                                    </p:animClr>
                                    <p:animClr clrSpc="rgb" dir="cw">
                                      <p:cBhvr>
                                        <p:cTn id="265" dur="500" fill="hold"/>
                                        <p:tgtEl>
                                          <p:spTgt spid="64"/>
                                        </p:tgtEl>
                                        <p:attrNameLst>
                                          <p:attrName>fillcolor</p:attrName>
                                        </p:attrNameLst>
                                      </p:cBhvr>
                                      <p:to>
                                        <a:srgbClr val="FF0000"/>
                                      </p:to>
                                    </p:animClr>
                                    <p:set>
                                      <p:cBhvr>
                                        <p:cTn id="266" dur="500" fill="hold"/>
                                        <p:tgtEl>
                                          <p:spTgt spid="64"/>
                                        </p:tgtEl>
                                        <p:attrNameLst>
                                          <p:attrName>fill.type</p:attrName>
                                        </p:attrNameLst>
                                      </p:cBhvr>
                                      <p:to>
                                        <p:strVal val="solid"/>
                                      </p:to>
                                    </p:set>
                                    <p:set>
                                      <p:cBhvr>
                                        <p:cTn id="267" dur="500" fill="hold"/>
                                        <p:tgtEl>
                                          <p:spTgt spid="64"/>
                                        </p:tgtEl>
                                        <p:attrNameLst>
                                          <p:attrName>fill.on</p:attrName>
                                        </p:attrNameLst>
                                      </p:cBhvr>
                                      <p:to>
                                        <p:strVal val="true"/>
                                      </p:to>
                                    </p:set>
                                  </p:childTnLst>
                                </p:cTn>
                              </p:par>
                              <p:par>
                                <p:cTn id="268" presetID="19" presetClass="emph" presetSubtype="0" fill="hold" grpId="0" nodeType="withEffect">
                                  <p:stCondLst>
                                    <p:cond delay="0"/>
                                  </p:stCondLst>
                                  <p:childTnLst>
                                    <p:animClr clrSpc="rgb" dir="cw">
                                      <p:cBhvr override="childStyle">
                                        <p:cTn id="269" dur="500" fill="hold"/>
                                        <p:tgtEl>
                                          <p:spTgt spid="65"/>
                                        </p:tgtEl>
                                        <p:attrNameLst>
                                          <p:attrName>style.color</p:attrName>
                                        </p:attrNameLst>
                                      </p:cBhvr>
                                      <p:to>
                                        <a:srgbClr val="FF0000"/>
                                      </p:to>
                                    </p:animClr>
                                    <p:animClr clrSpc="rgb" dir="cw">
                                      <p:cBhvr>
                                        <p:cTn id="270" dur="500" fill="hold"/>
                                        <p:tgtEl>
                                          <p:spTgt spid="65"/>
                                        </p:tgtEl>
                                        <p:attrNameLst>
                                          <p:attrName>fillcolor</p:attrName>
                                        </p:attrNameLst>
                                      </p:cBhvr>
                                      <p:to>
                                        <a:srgbClr val="FF0000"/>
                                      </p:to>
                                    </p:animClr>
                                    <p:set>
                                      <p:cBhvr>
                                        <p:cTn id="271" dur="500" fill="hold"/>
                                        <p:tgtEl>
                                          <p:spTgt spid="65"/>
                                        </p:tgtEl>
                                        <p:attrNameLst>
                                          <p:attrName>fill.type</p:attrName>
                                        </p:attrNameLst>
                                      </p:cBhvr>
                                      <p:to>
                                        <p:strVal val="solid"/>
                                      </p:to>
                                    </p:set>
                                    <p:set>
                                      <p:cBhvr>
                                        <p:cTn id="272" dur="500" fill="hold"/>
                                        <p:tgtEl>
                                          <p:spTgt spid="65"/>
                                        </p:tgtEl>
                                        <p:attrNameLst>
                                          <p:attrName>fill.on</p:attrName>
                                        </p:attrNameLst>
                                      </p:cBhvr>
                                      <p:to>
                                        <p:strVal val="true"/>
                                      </p:to>
                                    </p:set>
                                  </p:childTnLst>
                                </p:cTn>
                              </p:par>
                              <p:par>
                                <p:cTn id="273" presetID="19" presetClass="emph" presetSubtype="0" fill="hold" grpId="0" nodeType="withEffect">
                                  <p:stCondLst>
                                    <p:cond delay="0"/>
                                  </p:stCondLst>
                                  <p:childTnLst>
                                    <p:animClr clrSpc="rgb" dir="cw">
                                      <p:cBhvr override="childStyle">
                                        <p:cTn id="274" dur="500" fill="hold"/>
                                        <p:tgtEl>
                                          <p:spTgt spid="66"/>
                                        </p:tgtEl>
                                        <p:attrNameLst>
                                          <p:attrName>style.color</p:attrName>
                                        </p:attrNameLst>
                                      </p:cBhvr>
                                      <p:to>
                                        <a:srgbClr val="FF0000"/>
                                      </p:to>
                                    </p:animClr>
                                    <p:animClr clrSpc="rgb" dir="cw">
                                      <p:cBhvr>
                                        <p:cTn id="275" dur="500" fill="hold"/>
                                        <p:tgtEl>
                                          <p:spTgt spid="66"/>
                                        </p:tgtEl>
                                        <p:attrNameLst>
                                          <p:attrName>fillcolor</p:attrName>
                                        </p:attrNameLst>
                                      </p:cBhvr>
                                      <p:to>
                                        <a:srgbClr val="FF0000"/>
                                      </p:to>
                                    </p:animClr>
                                    <p:set>
                                      <p:cBhvr>
                                        <p:cTn id="276" dur="500" fill="hold"/>
                                        <p:tgtEl>
                                          <p:spTgt spid="66"/>
                                        </p:tgtEl>
                                        <p:attrNameLst>
                                          <p:attrName>fill.type</p:attrName>
                                        </p:attrNameLst>
                                      </p:cBhvr>
                                      <p:to>
                                        <p:strVal val="solid"/>
                                      </p:to>
                                    </p:set>
                                    <p:set>
                                      <p:cBhvr>
                                        <p:cTn id="277" dur="500" fill="hold"/>
                                        <p:tgtEl>
                                          <p:spTgt spid="66"/>
                                        </p:tgtEl>
                                        <p:attrNameLst>
                                          <p:attrName>fill.on</p:attrName>
                                        </p:attrNameLst>
                                      </p:cBhvr>
                                      <p:to>
                                        <p:strVal val="true"/>
                                      </p:to>
                                    </p:set>
                                  </p:childTnLst>
                                </p:cTn>
                              </p:par>
                              <p:par>
                                <p:cTn id="278" presetID="19" presetClass="emph" presetSubtype="0" fill="hold" grpId="0" nodeType="withEffect">
                                  <p:stCondLst>
                                    <p:cond delay="0"/>
                                  </p:stCondLst>
                                  <p:childTnLst>
                                    <p:animClr clrSpc="rgb" dir="cw">
                                      <p:cBhvr override="childStyle">
                                        <p:cTn id="279" dur="500" fill="hold"/>
                                        <p:tgtEl>
                                          <p:spTgt spid="67"/>
                                        </p:tgtEl>
                                        <p:attrNameLst>
                                          <p:attrName>style.color</p:attrName>
                                        </p:attrNameLst>
                                      </p:cBhvr>
                                      <p:to>
                                        <a:srgbClr val="FF0000"/>
                                      </p:to>
                                    </p:animClr>
                                    <p:animClr clrSpc="rgb" dir="cw">
                                      <p:cBhvr>
                                        <p:cTn id="280" dur="500" fill="hold"/>
                                        <p:tgtEl>
                                          <p:spTgt spid="67"/>
                                        </p:tgtEl>
                                        <p:attrNameLst>
                                          <p:attrName>fillcolor</p:attrName>
                                        </p:attrNameLst>
                                      </p:cBhvr>
                                      <p:to>
                                        <a:srgbClr val="FF0000"/>
                                      </p:to>
                                    </p:animClr>
                                    <p:set>
                                      <p:cBhvr>
                                        <p:cTn id="281" dur="500" fill="hold"/>
                                        <p:tgtEl>
                                          <p:spTgt spid="67"/>
                                        </p:tgtEl>
                                        <p:attrNameLst>
                                          <p:attrName>fill.type</p:attrName>
                                        </p:attrNameLst>
                                      </p:cBhvr>
                                      <p:to>
                                        <p:strVal val="solid"/>
                                      </p:to>
                                    </p:set>
                                    <p:set>
                                      <p:cBhvr>
                                        <p:cTn id="282" dur="500" fill="hold"/>
                                        <p:tgtEl>
                                          <p:spTgt spid="67"/>
                                        </p:tgtEl>
                                        <p:attrNameLst>
                                          <p:attrName>fill.on</p:attrName>
                                        </p:attrNameLst>
                                      </p:cBhvr>
                                      <p:to>
                                        <p:strVal val="true"/>
                                      </p:to>
                                    </p:set>
                                  </p:childTnLst>
                                </p:cTn>
                              </p:par>
                              <p:par>
                                <p:cTn id="283" presetID="19" presetClass="emph" presetSubtype="0" fill="hold" grpId="0" nodeType="withEffect">
                                  <p:stCondLst>
                                    <p:cond delay="0"/>
                                  </p:stCondLst>
                                  <p:childTnLst>
                                    <p:animClr clrSpc="rgb" dir="cw">
                                      <p:cBhvr override="childStyle">
                                        <p:cTn id="284" dur="500" fill="hold"/>
                                        <p:tgtEl>
                                          <p:spTgt spid="68"/>
                                        </p:tgtEl>
                                        <p:attrNameLst>
                                          <p:attrName>style.color</p:attrName>
                                        </p:attrNameLst>
                                      </p:cBhvr>
                                      <p:to>
                                        <a:srgbClr val="FF0000"/>
                                      </p:to>
                                    </p:animClr>
                                    <p:animClr clrSpc="rgb" dir="cw">
                                      <p:cBhvr>
                                        <p:cTn id="285" dur="500" fill="hold"/>
                                        <p:tgtEl>
                                          <p:spTgt spid="68"/>
                                        </p:tgtEl>
                                        <p:attrNameLst>
                                          <p:attrName>fillcolor</p:attrName>
                                        </p:attrNameLst>
                                      </p:cBhvr>
                                      <p:to>
                                        <a:srgbClr val="FF0000"/>
                                      </p:to>
                                    </p:animClr>
                                    <p:set>
                                      <p:cBhvr>
                                        <p:cTn id="286" dur="500" fill="hold"/>
                                        <p:tgtEl>
                                          <p:spTgt spid="68"/>
                                        </p:tgtEl>
                                        <p:attrNameLst>
                                          <p:attrName>fill.type</p:attrName>
                                        </p:attrNameLst>
                                      </p:cBhvr>
                                      <p:to>
                                        <p:strVal val="solid"/>
                                      </p:to>
                                    </p:set>
                                    <p:set>
                                      <p:cBhvr>
                                        <p:cTn id="287" dur="500" fill="hold"/>
                                        <p:tgtEl>
                                          <p:spTgt spid="68"/>
                                        </p:tgtEl>
                                        <p:attrNameLst>
                                          <p:attrName>fill.on</p:attrName>
                                        </p:attrNameLst>
                                      </p:cBhvr>
                                      <p:to>
                                        <p:strVal val="true"/>
                                      </p:to>
                                    </p:set>
                                  </p:childTnLst>
                                </p:cTn>
                              </p:par>
                              <p:par>
                                <p:cTn id="288" presetID="19" presetClass="emph" presetSubtype="0" fill="hold" grpId="0" nodeType="withEffect">
                                  <p:stCondLst>
                                    <p:cond delay="0"/>
                                  </p:stCondLst>
                                  <p:childTnLst>
                                    <p:animClr clrSpc="rgb" dir="cw">
                                      <p:cBhvr override="childStyle">
                                        <p:cTn id="289" dur="500" fill="hold"/>
                                        <p:tgtEl>
                                          <p:spTgt spid="69"/>
                                        </p:tgtEl>
                                        <p:attrNameLst>
                                          <p:attrName>style.color</p:attrName>
                                        </p:attrNameLst>
                                      </p:cBhvr>
                                      <p:to>
                                        <a:srgbClr val="FF0000"/>
                                      </p:to>
                                    </p:animClr>
                                    <p:animClr clrSpc="rgb" dir="cw">
                                      <p:cBhvr>
                                        <p:cTn id="290" dur="500" fill="hold"/>
                                        <p:tgtEl>
                                          <p:spTgt spid="69"/>
                                        </p:tgtEl>
                                        <p:attrNameLst>
                                          <p:attrName>fillcolor</p:attrName>
                                        </p:attrNameLst>
                                      </p:cBhvr>
                                      <p:to>
                                        <a:srgbClr val="FF0000"/>
                                      </p:to>
                                    </p:animClr>
                                    <p:set>
                                      <p:cBhvr>
                                        <p:cTn id="291" dur="500" fill="hold"/>
                                        <p:tgtEl>
                                          <p:spTgt spid="69"/>
                                        </p:tgtEl>
                                        <p:attrNameLst>
                                          <p:attrName>fill.type</p:attrName>
                                        </p:attrNameLst>
                                      </p:cBhvr>
                                      <p:to>
                                        <p:strVal val="solid"/>
                                      </p:to>
                                    </p:set>
                                    <p:set>
                                      <p:cBhvr>
                                        <p:cTn id="292" dur="500" fill="hold"/>
                                        <p:tgtEl>
                                          <p:spTgt spid="69"/>
                                        </p:tgtEl>
                                        <p:attrNameLst>
                                          <p:attrName>fill.on</p:attrName>
                                        </p:attrNameLst>
                                      </p:cBhvr>
                                      <p:to>
                                        <p:strVal val="true"/>
                                      </p:to>
                                    </p:set>
                                  </p:childTnLst>
                                </p:cTn>
                              </p:par>
                              <p:par>
                                <p:cTn id="293" presetID="19" presetClass="emph" presetSubtype="0" fill="hold" grpId="0" nodeType="withEffect">
                                  <p:stCondLst>
                                    <p:cond delay="0"/>
                                  </p:stCondLst>
                                  <p:childTnLst>
                                    <p:animClr clrSpc="rgb" dir="cw">
                                      <p:cBhvr override="childStyle">
                                        <p:cTn id="294" dur="500" fill="hold"/>
                                        <p:tgtEl>
                                          <p:spTgt spid="70"/>
                                        </p:tgtEl>
                                        <p:attrNameLst>
                                          <p:attrName>style.color</p:attrName>
                                        </p:attrNameLst>
                                      </p:cBhvr>
                                      <p:to>
                                        <a:srgbClr val="FF0000"/>
                                      </p:to>
                                    </p:animClr>
                                    <p:animClr clrSpc="rgb" dir="cw">
                                      <p:cBhvr>
                                        <p:cTn id="295" dur="500" fill="hold"/>
                                        <p:tgtEl>
                                          <p:spTgt spid="70"/>
                                        </p:tgtEl>
                                        <p:attrNameLst>
                                          <p:attrName>fillcolor</p:attrName>
                                        </p:attrNameLst>
                                      </p:cBhvr>
                                      <p:to>
                                        <a:srgbClr val="FF0000"/>
                                      </p:to>
                                    </p:animClr>
                                    <p:set>
                                      <p:cBhvr>
                                        <p:cTn id="296" dur="500" fill="hold"/>
                                        <p:tgtEl>
                                          <p:spTgt spid="70"/>
                                        </p:tgtEl>
                                        <p:attrNameLst>
                                          <p:attrName>fill.type</p:attrName>
                                        </p:attrNameLst>
                                      </p:cBhvr>
                                      <p:to>
                                        <p:strVal val="solid"/>
                                      </p:to>
                                    </p:set>
                                    <p:set>
                                      <p:cBhvr>
                                        <p:cTn id="297" dur="500" fill="hold"/>
                                        <p:tgtEl>
                                          <p:spTgt spid="70"/>
                                        </p:tgtEl>
                                        <p:attrNameLst>
                                          <p:attrName>fill.on</p:attrName>
                                        </p:attrNameLst>
                                      </p:cBhvr>
                                      <p:to>
                                        <p:strVal val="true"/>
                                      </p:to>
                                    </p:set>
                                  </p:childTnLst>
                                </p:cTn>
                              </p:par>
                              <p:par>
                                <p:cTn id="298" presetID="19" presetClass="emph" presetSubtype="0" fill="hold" grpId="0" nodeType="withEffect">
                                  <p:stCondLst>
                                    <p:cond delay="0"/>
                                  </p:stCondLst>
                                  <p:childTnLst>
                                    <p:animClr clrSpc="rgb" dir="cw">
                                      <p:cBhvr override="childStyle">
                                        <p:cTn id="299" dur="500" fill="hold"/>
                                        <p:tgtEl>
                                          <p:spTgt spid="71"/>
                                        </p:tgtEl>
                                        <p:attrNameLst>
                                          <p:attrName>style.color</p:attrName>
                                        </p:attrNameLst>
                                      </p:cBhvr>
                                      <p:to>
                                        <a:srgbClr val="FF0000"/>
                                      </p:to>
                                    </p:animClr>
                                    <p:animClr clrSpc="rgb" dir="cw">
                                      <p:cBhvr>
                                        <p:cTn id="300" dur="500" fill="hold"/>
                                        <p:tgtEl>
                                          <p:spTgt spid="71"/>
                                        </p:tgtEl>
                                        <p:attrNameLst>
                                          <p:attrName>fillcolor</p:attrName>
                                        </p:attrNameLst>
                                      </p:cBhvr>
                                      <p:to>
                                        <a:srgbClr val="FF0000"/>
                                      </p:to>
                                    </p:animClr>
                                    <p:set>
                                      <p:cBhvr>
                                        <p:cTn id="301" dur="500" fill="hold"/>
                                        <p:tgtEl>
                                          <p:spTgt spid="71"/>
                                        </p:tgtEl>
                                        <p:attrNameLst>
                                          <p:attrName>fill.type</p:attrName>
                                        </p:attrNameLst>
                                      </p:cBhvr>
                                      <p:to>
                                        <p:strVal val="solid"/>
                                      </p:to>
                                    </p:set>
                                    <p:set>
                                      <p:cBhvr>
                                        <p:cTn id="302" dur="500" fill="hold"/>
                                        <p:tgtEl>
                                          <p:spTgt spid="71"/>
                                        </p:tgtEl>
                                        <p:attrNameLst>
                                          <p:attrName>fill.on</p:attrName>
                                        </p:attrNameLst>
                                      </p:cBhvr>
                                      <p:to>
                                        <p:strVal val="true"/>
                                      </p:to>
                                    </p:set>
                                  </p:childTnLst>
                                </p:cTn>
                              </p:par>
                              <p:par>
                                <p:cTn id="303" presetID="19" presetClass="emph" presetSubtype="0" fill="hold" grpId="0" nodeType="withEffect">
                                  <p:stCondLst>
                                    <p:cond delay="0"/>
                                  </p:stCondLst>
                                  <p:childTnLst>
                                    <p:animClr clrSpc="rgb" dir="cw">
                                      <p:cBhvr override="childStyle">
                                        <p:cTn id="304" dur="500" fill="hold"/>
                                        <p:tgtEl>
                                          <p:spTgt spid="72"/>
                                        </p:tgtEl>
                                        <p:attrNameLst>
                                          <p:attrName>style.color</p:attrName>
                                        </p:attrNameLst>
                                      </p:cBhvr>
                                      <p:to>
                                        <a:srgbClr val="FF0000"/>
                                      </p:to>
                                    </p:animClr>
                                    <p:animClr clrSpc="rgb" dir="cw">
                                      <p:cBhvr>
                                        <p:cTn id="305" dur="500" fill="hold"/>
                                        <p:tgtEl>
                                          <p:spTgt spid="72"/>
                                        </p:tgtEl>
                                        <p:attrNameLst>
                                          <p:attrName>fillcolor</p:attrName>
                                        </p:attrNameLst>
                                      </p:cBhvr>
                                      <p:to>
                                        <a:srgbClr val="FF0000"/>
                                      </p:to>
                                    </p:animClr>
                                    <p:set>
                                      <p:cBhvr>
                                        <p:cTn id="306" dur="500" fill="hold"/>
                                        <p:tgtEl>
                                          <p:spTgt spid="72"/>
                                        </p:tgtEl>
                                        <p:attrNameLst>
                                          <p:attrName>fill.type</p:attrName>
                                        </p:attrNameLst>
                                      </p:cBhvr>
                                      <p:to>
                                        <p:strVal val="solid"/>
                                      </p:to>
                                    </p:set>
                                    <p:set>
                                      <p:cBhvr>
                                        <p:cTn id="307" dur="500" fill="hold"/>
                                        <p:tgtEl>
                                          <p:spTgt spid="72"/>
                                        </p:tgtEl>
                                        <p:attrNameLst>
                                          <p:attrName>fill.on</p:attrName>
                                        </p:attrNameLst>
                                      </p:cBhvr>
                                      <p:to>
                                        <p:strVal val="true"/>
                                      </p:to>
                                    </p:set>
                                  </p:childTnLst>
                                </p:cTn>
                              </p:par>
                              <p:par>
                                <p:cTn id="308" presetID="19" presetClass="emph" presetSubtype="0" fill="hold" grpId="0" nodeType="withEffect">
                                  <p:stCondLst>
                                    <p:cond delay="0"/>
                                  </p:stCondLst>
                                  <p:childTnLst>
                                    <p:animClr clrSpc="rgb" dir="cw">
                                      <p:cBhvr override="childStyle">
                                        <p:cTn id="309" dur="500" fill="hold"/>
                                        <p:tgtEl>
                                          <p:spTgt spid="73"/>
                                        </p:tgtEl>
                                        <p:attrNameLst>
                                          <p:attrName>style.color</p:attrName>
                                        </p:attrNameLst>
                                      </p:cBhvr>
                                      <p:to>
                                        <a:srgbClr val="FF0000"/>
                                      </p:to>
                                    </p:animClr>
                                    <p:animClr clrSpc="rgb" dir="cw">
                                      <p:cBhvr>
                                        <p:cTn id="310" dur="500" fill="hold"/>
                                        <p:tgtEl>
                                          <p:spTgt spid="73"/>
                                        </p:tgtEl>
                                        <p:attrNameLst>
                                          <p:attrName>fillcolor</p:attrName>
                                        </p:attrNameLst>
                                      </p:cBhvr>
                                      <p:to>
                                        <a:srgbClr val="FF0000"/>
                                      </p:to>
                                    </p:animClr>
                                    <p:set>
                                      <p:cBhvr>
                                        <p:cTn id="311" dur="500" fill="hold"/>
                                        <p:tgtEl>
                                          <p:spTgt spid="73"/>
                                        </p:tgtEl>
                                        <p:attrNameLst>
                                          <p:attrName>fill.type</p:attrName>
                                        </p:attrNameLst>
                                      </p:cBhvr>
                                      <p:to>
                                        <p:strVal val="solid"/>
                                      </p:to>
                                    </p:set>
                                    <p:set>
                                      <p:cBhvr>
                                        <p:cTn id="312" dur="500" fill="hold"/>
                                        <p:tgtEl>
                                          <p:spTgt spid="73"/>
                                        </p:tgtEl>
                                        <p:attrNameLst>
                                          <p:attrName>fill.on</p:attrName>
                                        </p:attrNameLst>
                                      </p:cBhvr>
                                      <p:to>
                                        <p:strVal val="true"/>
                                      </p:to>
                                    </p:set>
                                  </p:childTnLst>
                                </p:cTn>
                              </p:par>
                              <p:par>
                                <p:cTn id="313" presetID="19" presetClass="emph" presetSubtype="0" fill="hold" grpId="0" nodeType="withEffect">
                                  <p:stCondLst>
                                    <p:cond delay="0"/>
                                  </p:stCondLst>
                                  <p:childTnLst>
                                    <p:animClr clrSpc="rgb" dir="cw">
                                      <p:cBhvr override="childStyle">
                                        <p:cTn id="314" dur="500" fill="hold"/>
                                        <p:tgtEl>
                                          <p:spTgt spid="74"/>
                                        </p:tgtEl>
                                        <p:attrNameLst>
                                          <p:attrName>style.color</p:attrName>
                                        </p:attrNameLst>
                                      </p:cBhvr>
                                      <p:to>
                                        <a:srgbClr val="FF0000"/>
                                      </p:to>
                                    </p:animClr>
                                    <p:animClr clrSpc="rgb" dir="cw">
                                      <p:cBhvr>
                                        <p:cTn id="315" dur="500" fill="hold"/>
                                        <p:tgtEl>
                                          <p:spTgt spid="74"/>
                                        </p:tgtEl>
                                        <p:attrNameLst>
                                          <p:attrName>fillcolor</p:attrName>
                                        </p:attrNameLst>
                                      </p:cBhvr>
                                      <p:to>
                                        <a:srgbClr val="FF0000"/>
                                      </p:to>
                                    </p:animClr>
                                    <p:set>
                                      <p:cBhvr>
                                        <p:cTn id="316" dur="500" fill="hold"/>
                                        <p:tgtEl>
                                          <p:spTgt spid="74"/>
                                        </p:tgtEl>
                                        <p:attrNameLst>
                                          <p:attrName>fill.type</p:attrName>
                                        </p:attrNameLst>
                                      </p:cBhvr>
                                      <p:to>
                                        <p:strVal val="solid"/>
                                      </p:to>
                                    </p:set>
                                    <p:set>
                                      <p:cBhvr>
                                        <p:cTn id="317" dur="500" fill="hold"/>
                                        <p:tgtEl>
                                          <p:spTgt spid="74"/>
                                        </p:tgtEl>
                                        <p:attrNameLst>
                                          <p:attrName>fill.on</p:attrName>
                                        </p:attrNameLst>
                                      </p:cBhvr>
                                      <p:to>
                                        <p:strVal val="true"/>
                                      </p:to>
                                    </p:set>
                                  </p:childTnLst>
                                </p:cTn>
                              </p:par>
                              <p:par>
                                <p:cTn id="318" presetID="19" presetClass="emph" presetSubtype="0" fill="hold" grpId="0" nodeType="withEffect">
                                  <p:stCondLst>
                                    <p:cond delay="0"/>
                                  </p:stCondLst>
                                  <p:childTnLst>
                                    <p:animClr clrSpc="rgb" dir="cw">
                                      <p:cBhvr override="childStyle">
                                        <p:cTn id="319" dur="500" fill="hold"/>
                                        <p:tgtEl>
                                          <p:spTgt spid="75"/>
                                        </p:tgtEl>
                                        <p:attrNameLst>
                                          <p:attrName>style.color</p:attrName>
                                        </p:attrNameLst>
                                      </p:cBhvr>
                                      <p:to>
                                        <a:srgbClr val="FF0000"/>
                                      </p:to>
                                    </p:animClr>
                                    <p:animClr clrSpc="rgb" dir="cw">
                                      <p:cBhvr>
                                        <p:cTn id="320" dur="500" fill="hold"/>
                                        <p:tgtEl>
                                          <p:spTgt spid="75"/>
                                        </p:tgtEl>
                                        <p:attrNameLst>
                                          <p:attrName>fillcolor</p:attrName>
                                        </p:attrNameLst>
                                      </p:cBhvr>
                                      <p:to>
                                        <a:srgbClr val="FF0000"/>
                                      </p:to>
                                    </p:animClr>
                                    <p:set>
                                      <p:cBhvr>
                                        <p:cTn id="321" dur="500" fill="hold"/>
                                        <p:tgtEl>
                                          <p:spTgt spid="75"/>
                                        </p:tgtEl>
                                        <p:attrNameLst>
                                          <p:attrName>fill.type</p:attrName>
                                        </p:attrNameLst>
                                      </p:cBhvr>
                                      <p:to>
                                        <p:strVal val="solid"/>
                                      </p:to>
                                    </p:set>
                                    <p:set>
                                      <p:cBhvr>
                                        <p:cTn id="322" dur="500" fill="hold"/>
                                        <p:tgtEl>
                                          <p:spTgt spid="75"/>
                                        </p:tgtEl>
                                        <p:attrNameLst>
                                          <p:attrName>fill.on</p:attrName>
                                        </p:attrNameLst>
                                      </p:cBhvr>
                                      <p:to>
                                        <p:strVal val="true"/>
                                      </p:to>
                                    </p:set>
                                  </p:childTnLst>
                                </p:cTn>
                              </p:par>
                              <p:par>
                                <p:cTn id="323" presetID="19" presetClass="emph" presetSubtype="0" fill="hold" grpId="0" nodeType="withEffect">
                                  <p:stCondLst>
                                    <p:cond delay="0"/>
                                  </p:stCondLst>
                                  <p:childTnLst>
                                    <p:animClr clrSpc="rgb" dir="cw">
                                      <p:cBhvr override="childStyle">
                                        <p:cTn id="324" dur="500" fill="hold"/>
                                        <p:tgtEl>
                                          <p:spTgt spid="76"/>
                                        </p:tgtEl>
                                        <p:attrNameLst>
                                          <p:attrName>style.color</p:attrName>
                                        </p:attrNameLst>
                                      </p:cBhvr>
                                      <p:to>
                                        <a:srgbClr val="FF0000"/>
                                      </p:to>
                                    </p:animClr>
                                    <p:animClr clrSpc="rgb" dir="cw">
                                      <p:cBhvr>
                                        <p:cTn id="325" dur="500" fill="hold"/>
                                        <p:tgtEl>
                                          <p:spTgt spid="76"/>
                                        </p:tgtEl>
                                        <p:attrNameLst>
                                          <p:attrName>fillcolor</p:attrName>
                                        </p:attrNameLst>
                                      </p:cBhvr>
                                      <p:to>
                                        <a:srgbClr val="FF0000"/>
                                      </p:to>
                                    </p:animClr>
                                    <p:set>
                                      <p:cBhvr>
                                        <p:cTn id="326" dur="500" fill="hold"/>
                                        <p:tgtEl>
                                          <p:spTgt spid="76"/>
                                        </p:tgtEl>
                                        <p:attrNameLst>
                                          <p:attrName>fill.type</p:attrName>
                                        </p:attrNameLst>
                                      </p:cBhvr>
                                      <p:to>
                                        <p:strVal val="solid"/>
                                      </p:to>
                                    </p:set>
                                    <p:set>
                                      <p:cBhvr>
                                        <p:cTn id="327" dur="500" fill="hold"/>
                                        <p:tgtEl>
                                          <p:spTgt spid="76"/>
                                        </p:tgtEl>
                                        <p:attrNameLst>
                                          <p:attrName>fill.on</p:attrName>
                                        </p:attrNameLst>
                                      </p:cBhvr>
                                      <p:to>
                                        <p:strVal val="true"/>
                                      </p:to>
                                    </p:set>
                                  </p:childTnLst>
                                </p:cTn>
                              </p:par>
                              <p:par>
                                <p:cTn id="328" presetID="19" presetClass="emph" presetSubtype="0" fill="hold" grpId="0" nodeType="withEffect">
                                  <p:stCondLst>
                                    <p:cond delay="0"/>
                                  </p:stCondLst>
                                  <p:childTnLst>
                                    <p:animClr clrSpc="rgb" dir="cw">
                                      <p:cBhvr override="childStyle">
                                        <p:cTn id="329" dur="500" fill="hold"/>
                                        <p:tgtEl>
                                          <p:spTgt spid="77"/>
                                        </p:tgtEl>
                                        <p:attrNameLst>
                                          <p:attrName>style.color</p:attrName>
                                        </p:attrNameLst>
                                      </p:cBhvr>
                                      <p:to>
                                        <a:srgbClr val="FF0000"/>
                                      </p:to>
                                    </p:animClr>
                                    <p:animClr clrSpc="rgb" dir="cw">
                                      <p:cBhvr>
                                        <p:cTn id="330" dur="500" fill="hold"/>
                                        <p:tgtEl>
                                          <p:spTgt spid="77"/>
                                        </p:tgtEl>
                                        <p:attrNameLst>
                                          <p:attrName>fillcolor</p:attrName>
                                        </p:attrNameLst>
                                      </p:cBhvr>
                                      <p:to>
                                        <a:srgbClr val="FF0000"/>
                                      </p:to>
                                    </p:animClr>
                                    <p:set>
                                      <p:cBhvr>
                                        <p:cTn id="331" dur="500" fill="hold"/>
                                        <p:tgtEl>
                                          <p:spTgt spid="77"/>
                                        </p:tgtEl>
                                        <p:attrNameLst>
                                          <p:attrName>fill.type</p:attrName>
                                        </p:attrNameLst>
                                      </p:cBhvr>
                                      <p:to>
                                        <p:strVal val="solid"/>
                                      </p:to>
                                    </p:set>
                                    <p:set>
                                      <p:cBhvr>
                                        <p:cTn id="332" dur="500" fill="hold"/>
                                        <p:tgtEl>
                                          <p:spTgt spid="77"/>
                                        </p:tgtEl>
                                        <p:attrNameLst>
                                          <p:attrName>fill.on</p:attrName>
                                        </p:attrNameLst>
                                      </p:cBhvr>
                                      <p:to>
                                        <p:strVal val="true"/>
                                      </p:to>
                                    </p:set>
                                  </p:childTnLst>
                                </p:cTn>
                              </p:par>
                              <p:par>
                                <p:cTn id="333" presetID="19" presetClass="emph" presetSubtype="0" fill="hold" grpId="0" nodeType="withEffect">
                                  <p:stCondLst>
                                    <p:cond delay="0"/>
                                  </p:stCondLst>
                                  <p:childTnLst>
                                    <p:animClr clrSpc="rgb" dir="cw">
                                      <p:cBhvr override="childStyle">
                                        <p:cTn id="334" dur="500" fill="hold"/>
                                        <p:tgtEl>
                                          <p:spTgt spid="78"/>
                                        </p:tgtEl>
                                        <p:attrNameLst>
                                          <p:attrName>style.color</p:attrName>
                                        </p:attrNameLst>
                                      </p:cBhvr>
                                      <p:to>
                                        <a:srgbClr val="FF0000"/>
                                      </p:to>
                                    </p:animClr>
                                    <p:animClr clrSpc="rgb" dir="cw">
                                      <p:cBhvr>
                                        <p:cTn id="335" dur="500" fill="hold"/>
                                        <p:tgtEl>
                                          <p:spTgt spid="78"/>
                                        </p:tgtEl>
                                        <p:attrNameLst>
                                          <p:attrName>fillcolor</p:attrName>
                                        </p:attrNameLst>
                                      </p:cBhvr>
                                      <p:to>
                                        <a:srgbClr val="FF0000"/>
                                      </p:to>
                                    </p:animClr>
                                    <p:set>
                                      <p:cBhvr>
                                        <p:cTn id="336" dur="500" fill="hold"/>
                                        <p:tgtEl>
                                          <p:spTgt spid="78"/>
                                        </p:tgtEl>
                                        <p:attrNameLst>
                                          <p:attrName>fill.type</p:attrName>
                                        </p:attrNameLst>
                                      </p:cBhvr>
                                      <p:to>
                                        <p:strVal val="solid"/>
                                      </p:to>
                                    </p:set>
                                    <p:set>
                                      <p:cBhvr>
                                        <p:cTn id="337" dur="500" fill="hold"/>
                                        <p:tgtEl>
                                          <p:spTgt spid="78"/>
                                        </p:tgtEl>
                                        <p:attrNameLst>
                                          <p:attrName>fill.on</p:attrName>
                                        </p:attrNameLst>
                                      </p:cBhvr>
                                      <p:to>
                                        <p:strVal val="true"/>
                                      </p:to>
                                    </p:set>
                                  </p:childTnLst>
                                </p:cTn>
                              </p:par>
                              <p:par>
                                <p:cTn id="338" presetID="19" presetClass="emph" presetSubtype="0" fill="hold" grpId="0" nodeType="withEffect">
                                  <p:stCondLst>
                                    <p:cond delay="0"/>
                                  </p:stCondLst>
                                  <p:childTnLst>
                                    <p:animClr clrSpc="rgb" dir="cw">
                                      <p:cBhvr override="childStyle">
                                        <p:cTn id="339" dur="500" fill="hold"/>
                                        <p:tgtEl>
                                          <p:spTgt spid="79"/>
                                        </p:tgtEl>
                                        <p:attrNameLst>
                                          <p:attrName>style.color</p:attrName>
                                        </p:attrNameLst>
                                      </p:cBhvr>
                                      <p:to>
                                        <a:srgbClr val="FF0000"/>
                                      </p:to>
                                    </p:animClr>
                                    <p:animClr clrSpc="rgb" dir="cw">
                                      <p:cBhvr>
                                        <p:cTn id="340" dur="500" fill="hold"/>
                                        <p:tgtEl>
                                          <p:spTgt spid="79"/>
                                        </p:tgtEl>
                                        <p:attrNameLst>
                                          <p:attrName>fillcolor</p:attrName>
                                        </p:attrNameLst>
                                      </p:cBhvr>
                                      <p:to>
                                        <a:srgbClr val="FF0000"/>
                                      </p:to>
                                    </p:animClr>
                                    <p:set>
                                      <p:cBhvr>
                                        <p:cTn id="341" dur="500" fill="hold"/>
                                        <p:tgtEl>
                                          <p:spTgt spid="79"/>
                                        </p:tgtEl>
                                        <p:attrNameLst>
                                          <p:attrName>fill.type</p:attrName>
                                        </p:attrNameLst>
                                      </p:cBhvr>
                                      <p:to>
                                        <p:strVal val="solid"/>
                                      </p:to>
                                    </p:set>
                                    <p:set>
                                      <p:cBhvr>
                                        <p:cTn id="342" dur="500" fill="hold"/>
                                        <p:tgtEl>
                                          <p:spTgt spid="79"/>
                                        </p:tgtEl>
                                        <p:attrNameLst>
                                          <p:attrName>fill.on</p:attrName>
                                        </p:attrNameLst>
                                      </p:cBhvr>
                                      <p:to>
                                        <p:strVal val="true"/>
                                      </p:to>
                                    </p:set>
                                  </p:childTnLst>
                                </p:cTn>
                              </p:par>
                              <p:par>
                                <p:cTn id="343" presetID="19" presetClass="emph" presetSubtype="0" fill="hold" grpId="0" nodeType="withEffect">
                                  <p:stCondLst>
                                    <p:cond delay="0"/>
                                  </p:stCondLst>
                                  <p:childTnLst>
                                    <p:animClr clrSpc="rgb" dir="cw">
                                      <p:cBhvr override="childStyle">
                                        <p:cTn id="344" dur="500" fill="hold"/>
                                        <p:tgtEl>
                                          <p:spTgt spid="80"/>
                                        </p:tgtEl>
                                        <p:attrNameLst>
                                          <p:attrName>style.color</p:attrName>
                                        </p:attrNameLst>
                                      </p:cBhvr>
                                      <p:to>
                                        <a:srgbClr val="FF0000"/>
                                      </p:to>
                                    </p:animClr>
                                    <p:animClr clrSpc="rgb" dir="cw">
                                      <p:cBhvr>
                                        <p:cTn id="345" dur="500" fill="hold"/>
                                        <p:tgtEl>
                                          <p:spTgt spid="80"/>
                                        </p:tgtEl>
                                        <p:attrNameLst>
                                          <p:attrName>fillcolor</p:attrName>
                                        </p:attrNameLst>
                                      </p:cBhvr>
                                      <p:to>
                                        <a:srgbClr val="FF0000"/>
                                      </p:to>
                                    </p:animClr>
                                    <p:set>
                                      <p:cBhvr>
                                        <p:cTn id="346" dur="500" fill="hold"/>
                                        <p:tgtEl>
                                          <p:spTgt spid="80"/>
                                        </p:tgtEl>
                                        <p:attrNameLst>
                                          <p:attrName>fill.type</p:attrName>
                                        </p:attrNameLst>
                                      </p:cBhvr>
                                      <p:to>
                                        <p:strVal val="solid"/>
                                      </p:to>
                                    </p:set>
                                    <p:set>
                                      <p:cBhvr>
                                        <p:cTn id="347" dur="500" fill="hold"/>
                                        <p:tgtEl>
                                          <p:spTgt spid="80"/>
                                        </p:tgtEl>
                                        <p:attrNameLst>
                                          <p:attrName>fill.on</p:attrName>
                                        </p:attrNameLst>
                                      </p:cBhvr>
                                      <p:to>
                                        <p:strVal val="true"/>
                                      </p:to>
                                    </p:set>
                                  </p:childTnLst>
                                </p:cTn>
                              </p:par>
                              <p:par>
                                <p:cTn id="348" presetID="19" presetClass="emph" presetSubtype="0" fill="hold" grpId="0" nodeType="withEffect">
                                  <p:stCondLst>
                                    <p:cond delay="0"/>
                                  </p:stCondLst>
                                  <p:childTnLst>
                                    <p:animClr clrSpc="rgb" dir="cw">
                                      <p:cBhvr override="childStyle">
                                        <p:cTn id="349" dur="500" fill="hold"/>
                                        <p:tgtEl>
                                          <p:spTgt spid="81"/>
                                        </p:tgtEl>
                                        <p:attrNameLst>
                                          <p:attrName>style.color</p:attrName>
                                        </p:attrNameLst>
                                      </p:cBhvr>
                                      <p:to>
                                        <a:srgbClr val="FF0000"/>
                                      </p:to>
                                    </p:animClr>
                                    <p:animClr clrSpc="rgb" dir="cw">
                                      <p:cBhvr>
                                        <p:cTn id="350" dur="500" fill="hold"/>
                                        <p:tgtEl>
                                          <p:spTgt spid="81"/>
                                        </p:tgtEl>
                                        <p:attrNameLst>
                                          <p:attrName>fillcolor</p:attrName>
                                        </p:attrNameLst>
                                      </p:cBhvr>
                                      <p:to>
                                        <a:srgbClr val="FF0000"/>
                                      </p:to>
                                    </p:animClr>
                                    <p:set>
                                      <p:cBhvr>
                                        <p:cTn id="351" dur="500" fill="hold"/>
                                        <p:tgtEl>
                                          <p:spTgt spid="81"/>
                                        </p:tgtEl>
                                        <p:attrNameLst>
                                          <p:attrName>fill.type</p:attrName>
                                        </p:attrNameLst>
                                      </p:cBhvr>
                                      <p:to>
                                        <p:strVal val="solid"/>
                                      </p:to>
                                    </p:set>
                                    <p:set>
                                      <p:cBhvr>
                                        <p:cTn id="352" dur="500" fill="hold"/>
                                        <p:tgtEl>
                                          <p:spTgt spid="81"/>
                                        </p:tgtEl>
                                        <p:attrNameLst>
                                          <p:attrName>fill.on</p:attrName>
                                        </p:attrNameLst>
                                      </p:cBhvr>
                                      <p:to>
                                        <p:strVal val="true"/>
                                      </p:to>
                                    </p:set>
                                  </p:childTnLst>
                                </p:cTn>
                              </p:par>
                              <p:par>
                                <p:cTn id="353" presetID="19" presetClass="emph" presetSubtype="0" fill="hold" grpId="0" nodeType="withEffect">
                                  <p:stCondLst>
                                    <p:cond delay="0"/>
                                  </p:stCondLst>
                                  <p:childTnLst>
                                    <p:animClr clrSpc="rgb" dir="cw">
                                      <p:cBhvr override="childStyle">
                                        <p:cTn id="354" dur="500" fill="hold"/>
                                        <p:tgtEl>
                                          <p:spTgt spid="82"/>
                                        </p:tgtEl>
                                        <p:attrNameLst>
                                          <p:attrName>style.color</p:attrName>
                                        </p:attrNameLst>
                                      </p:cBhvr>
                                      <p:to>
                                        <a:srgbClr val="FF0000"/>
                                      </p:to>
                                    </p:animClr>
                                    <p:animClr clrSpc="rgb" dir="cw">
                                      <p:cBhvr>
                                        <p:cTn id="355" dur="500" fill="hold"/>
                                        <p:tgtEl>
                                          <p:spTgt spid="82"/>
                                        </p:tgtEl>
                                        <p:attrNameLst>
                                          <p:attrName>fillcolor</p:attrName>
                                        </p:attrNameLst>
                                      </p:cBhvr>
                                      <p:to>
                                        <a:srgbClr val="FF0000"/>
                                      </p:to>
                                    </p:animClr>
                                    <p:set>
                                      <p:cBhvr>
                                        <p:cTn id="356" dur="500" fill="hold"/>
                                        <p:tgtEl>
                                          <p:spTgt spid="82"/>
                                        </p:tgtEl>
                                        <p:attrNameLst>
                                          <p:attrName>fill.type</p:attrName>
                                        </p:attrNameLst>
                                      </p:cBhvr>
                                      <p:to>
                                        <p:strVal val="solid"/>
                                      </p:to>
                                    </p:set>
                                    <p:set>
                                      <p:cBhvr>
                                        <p:cTn id="357" dur="500" fill="hold"/>
                                        <p:tgtEl>
                                          <p:spTgt spid="82"/>
                                        </p:tgtEl>
                                        <p:attrNameLst>
                                          <p:attrName>fill.on</p:attrName>
                                        </p:attrNameLst>
                                      </p:cBhvr>
                                      <p:to>
                                        <p:strVal val="true"/>
                                      </p:to>
                                    </p:set>
                                  </p:childTnLst>
                                </p:cTn>
                              </p:par>
                              <p:par>
                                <p:cTn id="358" presetID="19" presetClass="emph" presetSubtype="0" fill="hold" grpId="0" nodeType="withEffect">
                                  <p:stCondLst>
                                    <p:cond delay="0"/>
                                  </p:stCondLst>
                                  <p:childTnLst>
                                    <p:animClr clrSpc="rgb" dir="cw">
                                      <p:cBhvr override="childStyle">
                                        <p:cTn id="359" dur="500" fill="hold"/>
                                        <p:tgtEl>
                                          <p:spTgt spid="83"/>
                                        </p:tgtEl>
                                        <p:attrNameLst>
                                          <p:attrName>style.color</p:attrName>
                                        </p:attrNameLst>
                                      </p:cBhvr>
                                      <p:to>
                                        <a:srgbClr val="FF0000"/>
                                      </p:to>
                                    </p:animClr>
                                    <p:animClr clrSpc="rgb" dir="cw">
                                      <p:cBhvr>
                                        <p:cTn id="360" dur="500" fill="hold"/>
                                        <p:tgtEl>
                                          <p:spTgt spid="83"/>
                                        </p:tgtEl>
                                        <p:attrNameLst>
                                          <p:attrName>fillcolor</p:attrName>
                                        </p:attrNameLst>
                                      </p:cBhvr>
                                      <p:to>
                                        <a:srgbClr val="FF0000"/>
                                      </p:to>
                                    </p:animClr>
                                    <p:set>
                                      <p:cBhvr>
                                        <p:cTn id="361" dur="500" fill="hold"/>
                                        <p:tgtEl>
                                          <p:spTgt spid="83"/>
                                        </p:tgtEl>
                                        <p:attrNameLst>
                                          <p:attrName>fill.type</p:attrName>
                                        </p:attrNameLst>
                                      </p:cBhvr>
                                      <p:to>
                                        <p:strVal val="solid"/>
                                      </p:to>
                                    </p:set>
                                    <p:set>
                                      <p:cBhvr>
                                        <p:cTn id="362" dur="500" fill="hold"/>
                                        <p:tgtEl>
                                          <p:spTgt spid="83"/>
                                        </p:tgtEl>
                                        <p:attrNameLst>
                                          <p:attrName>fill.on</p:attrName>
                                        </p:attrNameLst>
                                      </p:cBhvr>
                                      <p:to>
                                        <p:strVal val="true"/>
                                      </p:to>
                                    </p:set>
                                  </p:childTnLst>
                                </p:cTn>
                              </p:par>
                              <p:par>
                                <p:cTn id="363" presetID="19" presetClass="emph" presetSubtype="0" fill="hold" grpId="0" nodeType="withEffect">
                                  <p:stCondLst>
                                    <p:cond delay="0"/>
                                  </p:stCondLst>
                                  <p:childTnLst>
                                    <p:animClr clrSpc="rgb" dir="cw">
                                      <p:cBhvr override="childStyle">
                                        <p:cTn id="364" dur="500" fill="hold"/>
                                        <p:tgtEl>
                                          <p:spTgt spid="84"/>
                                        </p:tgtEl>
                                        <p:attrNameLst>
                                          <p:attrName>style.color</p:attrName>
                                        </p:attrNameLst>
                                      </p:cBhvr>
                                      <p:to>
                                        <a:srgbClr val="FF0000"/>
                                      </p:to>
                                    </p:animClr>
                                    <p:animClr clrSpc="rgb" dir="cw">
                                      <p:cBhvr>
                                        <p:cTn id="365" dur="500" fill="hold"/>
                                        <p:tgtEl>
                                          <p:spTgt spid="84"/>
                                        </p:tgtEl>
                                        <p:attrNameLst>
                                          <p:attrName>fillcolor</p:attrName>
                                        </p:attrNameLst>
                                      </p:cBhvr>
                                      <p:to>
                                        <a:srgbClr val="FF0000"/>
                                      </p:to>
                                    </p:animClr>
                                    <p:set>
                                      <p:cBhvr>
                                        <p:cTn id="366" dur="500" fill="hold"/>
                                        <p:tgtEl>
                                          <p:spTgt spid="84"/>
                                        </p:tgtEl>
                                        <p:attrNameLst>
                                          <p:attrName>fill.type</p:attrName>
                                        </p:attrNameLst>
                                      </p:cBhvr>
                                      <p:to>
                                        <p:strVal val="solid"/>
                                      </p:to>
                                    </p:set>
                                    <p:set>
                                      <p:cBhvr>
                                        <p:cTn id="367" dur="500" fill="hold"/>
                                        <p:tgtEl>
                                          <p:spTgt spid="84"/>
                                        </p:tgtEl>
                                        <p:attrNameLst>
                                          <p:attrName>fill.on</p:attrName>
                                        </p:attrNameLst>
                                      </p:cBhvr>
                                      <p:to>
                                        <p:strVal val="true"/>
                                      </p:to>
                                    </p:set>
                                  </p:childTnLst>
                                </p:cTn>
                              </p:par>
                              <p:par>
                                <p:cTn id="368" presetID="19" presetClass="emph" presetSubtype="0" fill="hold" grpId="0" nodeType="withEffect">
                                  <p:stCondLst>
                                    <p:cond delay="0"/>
                                  </p:stCondLst>
                                  <p:childTnLst>
                                    <p:animClr clrSpc="rgb" dir="cw">
                                      <p:cBhvr override="childStyle">
                                        <p:cTn id="369" dur="500" fill="hold"/>
                                        <p:tgtEl>
                                          <p:spTgt spid="97"/>
                                        </p:tgtEl>
                                        <p:attrNameLst>
                                          <p:attrName>style.color</p:attrName>
                                        </p:attrNameLst>
                                      </p:cBhvr>
                                      <p:to>
                                        <a:srgbClr val="FF0000"/>
                                      </p:to>
                                    </p:animClr>
                                    <p:animClr clrSpc="rgb" dir="cw">
                                      <p:cBhvr>
                                        <p:cTn id="370" dur="500" fill="hold"/>
                                        <p:tgtEl>
                                          <p:spTgt spid="97"/>
                                        </p:tgtEl>
                                        <p:attrNameLst>
                                          <p:attrName>fillcolor</p:attrName>
                                        </p:attrNameLst>
                                      </p:cBhvr>
                                      <p:to>
                                        <a:srgbClr val="FF0000"/>
                                      </p:to>
                                    </p:animClr>
                                    <p:set>
                                      <p:cBhvr>
                                        <p:cTn id="371" dur="500" fill="hold"/>
                                        <p:tgtEl>
                                          <p:spTgt spid="97"/>
                                        </p:tgtEl>
                                        <p:attrNameLst>
                                          <p:attrName>fill.type</p:attrName>
                                        </p:attrNameLst>
                                      </p:cBhvr>
                                      <p:to>
                                        <p:strVal val="solid"/>
                                      </p:to>
                                    </p:set>
                                    <p:set>
                                      <p:cBhvr>
                                        <p:cTn id="372" dur="500" fill="hold"/>
                                        <p:tgtEl>
                                          <p:spTgt spid="97"/>
                                        </p:tgtEl>
                                        <p:attrNameLst>
                                          <p:attrName>fill.on</p:attrName>
                                        </p:attrNameLst>
                                      </p:cBhvr>
                                      <p:to>
                                        <p:strVal val="true"/>
                                      </p:to>
                                    </p:set>
                                  </p:childTnLst>
                                </p:cTn>
                              </p:par>
                              <p:par>
                                <p:cTn id="373" presetID="19" presetClass="emph" presetSubtype="0" fill="hold" grpId="0" nodeType="withEffect">
                                  <p:stCondLst>
                                    <p:cond delay="0"/>
                                  </p:stCondLst>
                                  <p:childTnLst>
                                    <p:animClr clrSpc="rgb" dir="cw">
                                      <p:cBhvr override="childStyle">
                                        <p:cTn id="374" dur="500" fill="hold"/>
                                        <p:tgtEl>
                                          <p:spTgt spid="98"/>
                                        </p:tgtEl>
                                        <p:attrNameLst>
                                          <p:attrName>style.color</p:attrName>
                                        </p:attrNameLst>
                                      </p:cBhvr>
                                      <p:to>
                                        <a:srgbClr val="FF0000"/>
                                      </p:to>
                                    </p:animClr>
                                    <p:animClr clrSpc="rgb" dir="cw">
                                      <p:cBhvr>
                                        <p:cTn id="375" dur="500" fill="hold"/>
                                        <p:tgtEl>
                                          <p:spTgt spid="98"/>
                                        </p:tgtEl>
                                        <p:attrNameLst>
                                          <p:attrName>fillcolor</p:attrName>
                                        </p:attrNameLst>
                                      </p:cBhvr>
                                      <p:to>
                                        <a:srgbClr val="FF0000"/>
                                      </p:to>
                                    </p:animClr>
                                    <p:set>
                                      <p:cBhvr>
                                        <p:cTn id="376" dur="500" fill="hold"/>
                                        <p:tgtEl>
                                          <p:spTgt spid="98"/>
                                        </p:tgtEl>
                                        <p:attrNameLst>
                                          <p:attrName>fill.type</p:attrName>
                                        </p:attrNameLst>
                                      </p:cBhvr>
                                      <p:to>
                                        <p:strVal val="solid"/>
                                      </p:to>
                                    </p:set>
                                    <p:set>
                                      <p:cBhvr>
                                        <p:cTn id="377" dur="500" fill="hold"/>
                                        <p:tgtEl>
                                          <p:spTgt spid="98"/>
                                        </p:tgtEl>
                                        <p:attrNameLst>
                                          <p:attrName>fill.on</p:attrName>
                                        </p:attrNameLst>
                                      </p:cBhvr>
                                      <p:to>
                                        <p:strVal val="true"/>
                                      </p:to>
                                    </p:set>
                                  </p:childTnLst>
                                </p:cTn>
                              </p:par>
                              <p:par>
                                <p:cTn id="378" presetID="7" presetClass="emph" presetSubtype="2" fill="hold" nodeType="withEffect">
                                  <p:stCondLst>
                                    <p:cond delay="0"/>
                                  </p:stCondLst>
                                  <p:childTnLst>
                                    <p:animClr clrSpc="rgb" dir="cw">
                                      <p:cBhvr>
                                        <p:cTn id="379" dur="500" fill="hold"/>
                                        <p:tgtEl>
                                          <p:spTgt spid="24"/>
                                        </p:tgtEl>
                                        <p:attrNameLst>
                                          <p:attrName>stroke.color</p:attrName>
                                        </p:attrNameLst>
                                      </p:cBhvr>
                                      <p:to>
                                        <a:srgbClr val="FF0000"/>
                                      </p:to>
                                    </p:animClr>
                                    <p:set>
                                      <p:cBhvr>
                                        <p:cTn id="380" dur="500" fill="hold"/>
                                        <p:tgtEl>
                                          <p:spTgt spid="24"/>
                                        </p:tgtEl>
                                        <p:attrNameLst>
                                          <p:attrName>stroke.on</p:attrName>
                                        </p:attrNameLst>
                                      </p:cBhvr>
                                      <p:to>
                                        <p:strVal val="true"/>
                                      </p:to>
                                    </p:set>
                                  </p:childTnLst>
                                </p:cTn>
                              </p:par>
                              <p:par>
                                <p:cTn id="381" presetID="7" presetClass="emph" presetSubtype="2" fill="hold" nodeType="withEffect">
                                  <p:stCondLst>
                                    <p:cond delay="0"/>
                                  </p:stCondLst>
                                  <p:childTnLst>
                                    <p:animClr clrSpc="rgb" dir="cw">
                                      <p:cBhvr>
                                        <p:cTn id="382" dur="500" fill="hold"/>
                                        <p:tgtEl>
                                          <p:spTgt spid="25"/>
                                        </p:tgtEl>
                                        <p:attrNameLst>
                                          <p:attrName>stroke.color</p:attrName>
                                        </p:attrNameLst>
                                      </p:cBhvr>
                                      <p:to>
                                        <a:srgbClr val="FF0000"/>
                                      </p:to>
                                    </p:animClr>
                                    <p:set>
                                      <p:cBhvr>
                                        <p:cTn id="383" dur="500" fill="hold"/>
                                        <p:tgtEl>
                                          <p:spTgt spid="25"/>
                                        </p:tgtEl>
                                        <p:attrNameLst>
                                          <p:attrName>stroke.on</p:attrName>
                                        </p:attrNameLst>
                                      </p:cBhvr>
                                      <p:to>
                                        <p:strVal val="true"/>
                                      </p:to>
                                    </p:set>
                                  </p:childTnLst>
                                </p:cTn>
                              </p:par>
                              <p:par>
                                <p:cTn id="384" presetID="7" presetClass="emph" presetSubtype="2" fill="hold" nodeType="withEffect">
                                  <p:stCondLst>
                                    <p:cond delay="0"/>
                                  </p:stCondLst>
                                  <p:childTnLst>
                                    <p:animClr clrSpc="rgb" dir="cw">
                                      <p:cBhvr>
                                        <p:cTn id="385" dur="500" fill="hold"/>
                                        <p:tgtEl>
                                          <p:spTgt spid="26"/>
                                        </p:tgtEl>
                                        <p:attrNameLst>
                                          <p:attrName>stroke.color</p:attrName>
                                        </p:attrNameLst>
                                      </p:cBhvr>
                                      <p:to>
                                        <a:srgbClr val="FF0000"/>
                                      </p:to>
                                    </p:animClr>
                                    <p:set>
                                      <p:cBhvr>
                                        <p:cTn id="386" dur="500" fill="hold"/>
                                        <p:tgtEl>
                                          <p:spTgt spid="26"/>
                                        </p:tgtEl>
                                        <p:attrNameLst>
                                          <p:attrName>stroke.on</p:attrName>
                                        </p:attrNameLst>
                                      </p:cBhvr>
                                      <p:to>
                                        <p:strVal val="true"/>
                                      </p:to>
                                    </p:set>
                                  </p:childTnLst>
                                </p:cTn>
                              </p:par>
                              <p:par>
                                <p:cTn id="387" presetID="7" presetClass="emph" presetSubtype="2" fill="hold" nodeType="withEffect">
                                  <p:stCondLst>
                                    <p:cond delay="0"/>
                                  </p:stCondLst>
                                  <p:childTnLst>
                                    <p:animClr clrSpc="rgb" dir="cw">
                                      <p:cBhvr>
                                        <p:cTn id="388" dur="500" fill="hold"/>
                                        <p:tgtEl>
                                          <p:spTgt spid="27"/>
                                        </p:tgtEl>
                                        <p:attrNameLst>
                                          <p:attrName>stroke.color</p:attrName>
                                        </p:attrNameLst>
                                      </p:cBhvr>
                                      <p:to>
                                        <a:srgbClr val="FF0000"/>
                                      </p:to>
                                    </p:animClr>
                                    <p:set>
                                      <p:cBhvr>
                                        <p:cTn id="389" dur="500" fill="hold"/>
                                        <p:tgtEl>
                                          <p:spTgt spid="27"/>
                                        </p:tgtEl>
                                        <p:attrNameLst>
                                          <p:attrName>stroke.on</p:attrName>
                                        </p:attrNameLst>
                                      </p:cBhvr>
                                      <p:to>
                                        <p:strVal val="true"/>
                                      </p:to>
                                    </p:set>
                                  </p:childTnLst>
                                </p:cTn>
                              </p:par>
                              <p:par>
                                <p:cTn id="390" presetID="7" presetClass="emph" presetSubtype="2" fill="hold" nodeType="withEffect">
                                  <p:stCondLst>
                                    <p:cond delay="0"/>
                                  </p:stCondLst>
                                  <p:childTnLst>
                                    <p:animClr clrSpc="rgb" dir="cw">
                                      <p:cBhvr>
                                        <p:cTn id="391" dur="500" fill="hold"/>
                                        <p:tgtEl>
                                          <p:spTgt spid="28"/>
                                        </p:tgtEl>
                                        <p:attrNameLst>
                                          <p:attrName>stroke.color</p:attrName>
                                        </p:attrNameLst>
                                      </p:cBhvr>
                                      <p:to>
                                        <a:srgbClr val="FF0000"/>
                                      </p:to>
                                    </p:animClr>
                                    <p:set>
                                      <p:cBhvr>
                                        <p:cTn id="392" dur="500" fill="hold"/>
                                        <p:tgtEl>
                                          <p:spTgt spid="28"/>
                                        </p:tgtEl>
                                        <p:attrNameLst>
                                          <p:attrName>stroke.on</p:attrName>
                                        </p:attrNameLst>
                                      </p:cBhvr>
                                      <p:to>
                                        <p:strVal val="true"/>
                                      </p:to>
                                    </p:set>
                                  </p:childTnLst>
                                </p:cTn>
                              </p:par>
                              <p:par>
                                <p:cTn id="393" presetID="7" presetClass="emph" presetSubtype="2" fill="hold" nodeType="withEffect">
                                  <p:stCondLst>
                                    <p:cond delay="0"/>
                                  </p:stCondLst>
                                  <p:childTnLst>
                                    <p:animClr clrSpc="rgb" dir="cw">
                                      <p:cBhvr>
                                        <p:cTn id="394" dur="500" fill="hold"/>
                                        <p:tgtEl>
                                          <p:spTgt spid="29"/>
                                        </p:tgtEl>
                                        <p:attrNameLst>
                                          <p:attrName>stroke.color</p:attrName>
                                        </p:attrNameLst>
                                      </p:cBhvr>
                                      <p:to>
                                        <a:srgbClr val="FF0000"/>
                                      </p:to>
                                    </p:animClr>
                                    <p:set>
                                      <p:cBhvr>
                                        <p:cTn id="395" dur="500" fill="hold"/>
                                        <p:tgtEl>
                                          <p:spTgt spid="29"/>
                                        </p:tgtEl>
                                        <p:attrNameLst>
                                          <p:attrName>stroke.on</p:attrName>
                                        </p:attrNameLst>
                                      </p:cBhvr>
                                      <p:to>
                                        <p:strVal val="true"/>
                                      </p:to>
                                    </p:set>
                                  </p:childTnLst>
                                </p:cTn>
                              </p:par>
                              <p:par>
                                <p:cTn id="396" presetID="7" presetClass="emph" presetSubtype="2" fill="hold" nodeType="withEffect">
                                  <p:stCondLst>
                                    <p:cond delay="0"/>
                                  </p:stCondLst>
                                  <p:childTnLst>
                                    <p:animClr clrSpc="rgb" dir="cw">
                                      <p:cBhvr>
                                        <p:cTn id="397" dur="500" fill="hold"/>
                                        <p:tgtEl>
                                          <p:spTgt spid="30"/>
                                        </p:tgtEl>
                                        <p:attrNameLst>
                                          <p:attrName>stroke.color</p:attrName>
                                        </p:attrNameLst>
                                      </p:cBhvr>
                                      <p:to>
                                        <a:srgbClr val="FF0000"/>
                                      </p:to>
                                    </p:animClr>
                                    <p:set>
                                      <p:cBhvr>
                                        <p:cTn id="398" dur="500" fill="hold"/>
                                        <p:tgtEl>
                                          <p:spTgt spid="30"/>
                                        </p:tgtEl>
                                        <p:attrNameLst>
                                          <p:attrName>stroke.on</p:attrName>
                                        </p:attrNameLst>
                                      </p:cBhvr>
                                      <p:to>
                                        <p:strVal val="true"/>
                                      </p:to>
                                    </p:set>
                                  </p:childTnLst>
                                </p:cTn>
                              </p:par>
                              <p:par>
                                <p:cTn id="399" presetID="7" presetClass="emph" presetSubtype="2" fill="hold" nodeType="withEffect">
                                  <p:stCondLst>
                                    <p:cond delay="0"/>
                                  </p:stCondLst>
                                  <p:childTnLst>
                                    <p:animClr clrSpc="rgb" dir="cw">
                                      <p:cBhvr>
                                        <p:cTn id="400" dur="500" fill="hold"/>
                                        <p:tgtEl>
                                          <p:spTgt spid="31"/>
                                        </p:tgtEl>
                                        <p:attrNameLst>
                                          <p:attrName>stroke.color</p:attrName>
                                        </p:attrNameLst>
                                      </p:cBhvr>
                                      <p:to>
                                        <a:srgbClr val="FF0000"/>
                                      </p:to>
                                    </p:animClr>
                                    <p:set>
                                      <p:cBhvr>
                                        <p:cTn id="401" dur="500" fill="hold"/>
                                        <p:tgtEl>
                                          <p:spTgt spid="31"/>
                                        </p:tgtEl>
                                        <p:attrNameLst>
                                          <p:attrName>stroke.on</p:attrName>
                                        </p:attrNameLst>
                                      </p:cBhvr>
                                      <p:to>
                                        <p:strVal val="true"/>
                                      </p:to>
                                    </p:set>
                                  </p:childTnLst>
                                </p:cTn>
                              </p:par>
                              <p:par>
                                <p:cTn id="402" presetID="7" presetClass="emph" presetSubtype="2" fill="hold" nodeType="withEffect">
                                  <p:stCondLst>
                                    <p:cond delay="0"/>
                                  </p:stCondLst>
                                  <p:childTnLst>
                                    <p:animClr clrSpc="rgb" dir="cw">
                                      <p:cBhvr>
                                        <p:cTn id="403" dur="500" fill="hold"/>
                                        <p:tgtEl>
                                          <p:spTgt spid="32"/>
                                        </p:tgtEl>
                                        <p:attrNameLst>
                                          <p:attrName>stroke.color</p:attrName>
                                        </p:attrNameLst>
                                      </p:cBhvr>
                                      <p:to>
                                        <a:srgbClr val="FF0000"/>
                                      </p:to>
                                    </p:animClr>
                                    <p:set>
                                      <p:cBhvr>
                                        <p:cTn id="404" dur="500" fill="hold"/>
                                        <p:tgtEl>
                                          <p:spTgt spid="32"/>
                                        </p:tgtEl>
                                        <p:attrNameLst>
                                          <p:attrName>stroke.on</p:attrName>
                                        </p:attrNameLst>
                                      </p:cBhvr>
                                      <p:to>
                                        <p:strVal val="true"/>
                                      </p:to>
                                    </p:set>
                                  </p:childTnLst>
                                </p:cTn>
                              </p:par>
                              <p:par>
                                <p:cTn id="405" presetID="7" presetClass="emph" presetSubtype="2" fill="hold" nodeType="withEffect">
                                  <p:stCondLst>
                                    <p:cond delay="0"/>
                                  </p:stCondLst>
                                  <p:childTnLst>
                                    <p:animClr clrSpc="rgb" dir="cw">
                                      <p:cBhvr>
                                        <p:cTn id="406" dur="500" fill="hold"/>
                                        <p:tgtEl>
                                          <p:spTgt spid="33"/>
                                        </p:tgtEl>
                                        <p:attrNameLst>
                                          <p:attrName>stroke.color</p:attrName>
                                        </p:attrNameLst>
                                      </p:cBhvr>
                                      <p:to>
                                        <a:srgbClr val="FF0000"/>
                                      </p:to>
                                    </p:animClr>
                                    <p:set>
                                      <p:cBhvr>
                                        <p:cTn id="407" dur="500" fill="hold"/>
                                        <p:tgtEl>
                                          <p:spTgt spid="33"/>
                                        </p:tgtEl>
                                        <p:attrNameLst>
                                          <p:attrName>stroke.on</p:attrName>
                                        </p:attrNameLst>
                                      </p:cBhvr>
                                      <p:to>
                                        <p:strVal val="true"/>
                                      </p:to>
                                    </p:set>
                                  </p:childTnLst>
                                </p:cTn>
                              </p:par>
                              <p:par>
                                <p:cTn id="408" presetID="7" presetClass="emph" presetSubtype="2" fill="hold" nodeType="withEffect">
                                  <p:stCondLst>
                                    <p:cond delay="0"/>
                                  </p:stCondLst>
                                  <p:childTnLst>
                                    <p:animClr clrSpc="rgb" dir="cw">
                                      <p:cBhvr>
                                        <p:cTn id="409" dur="500" fill="hold"/>
                                        <p:tgtEl>
                                          <p:spTgt spid="34"/>
                                        </p:tgtEl>
                                        <p:attrNameLst>
                                          <p:attrName>stroke.color</p:attrName>
                                        </p:attrNameLst>
                                      </p:cBhvr>
                                      <p:to>
                                        <a:srgbClr val="FF0000"/>
                                      </p:to>
                                    </p:animClr>
                                    <p:set>
                                      <p:cBhvr>
                                        <p:cTn id="410" dur="500" fill="hold"/>
                                        <p:tgtEl>
                                          <p:spTgt spid="34"/>
                                        </p:tgtEl>
                                        <p:attrNameLst>
                                          <p:attrName>stroke.on</p:attrName>
                                        </p:attrNameLst>
                                      </p:cBhvr>
                                      <p:to>
                                        <p:strVal val="true"/>
                                      </p:to>
                                    </p:set>
                                  </p:childTnLst>
                                </p:cTn>
                              </p:par>
                              <p:par>
                                <p:cTn id="411" presetID="7" presetClass="emph" presetSubtype="2" fill="hold" nodeType="withEffect">
                                  <p:stCondLst>
                                    <p:cond delay="0"/>
                                  </p:stCondLst>
                                  <p:childTnLst>
                                    <p:animClr clrSpc="rgb" dir="cw">
                                      <p:cBhvr>
                                        <p:cTn id="412" dur="500" fill="hold"/>
                                        <p:tgtEl>
                                          <p:spTgt spid="35"/>
                                        </p:tgtEl>
                                        <p:attrNameLst>
                                          <p:attrName>stroke.color</p:attrName>
                                        </p:attrNameLst>
                                      </p:cBhvr>
                                      <p:to>
                                        <a:srgbClr val="FF0000"/>
                                      </p:to>
                                    </p:animClr>
                                    <p:set>
                                      <p:cBhvr>
                                        <p:cTn id="413" dur="500" fill="hold"/>
                                        <p:tgtEl>
                                          <p:spTgt spid="35"/>
                                        </p:tgtEl>
                                        <p:attrNameLst>
                                          <p:attrName>stroke.on</p:attrName>
                                        </p:attrNameLst>
                                      </p:cBhvr>
                                      <p:to>
                                        <p:strVal val="true"/>
                                      </p:to>
                                    </p:set>
                                  </p:childTnLst>
                                </p:cTn>
                              </p:par>
                              <p:par>
                                <p:cTn id="414" presetID="7" presetClass="emph" presetSubtype="2" fill="hold" nodeType="withEffect">
                                  <p:stCondLst>
                                    <p:cond delay="0"/>
                                  </p:stCondLst>
                                  <p:childTnLst>
                                    <p:animClr clrSpc="rgb" dir="cw">
                                      <p:cBhvr>
                                        <p:cTn id="415" dur="500" fill="hold"/>
                                        <p:tgtEl>
                                          <p:spTgt spid="36"/>
                                        </p:tgtEl>
                                        <p:attrNameLst>
                                          <p:attrName>stroke.color</p:attrName>
                                        </p:attrNameLst>
                                      </p:cBhvr>
                                      <p:to>
                                        <a:srgbClr val="FF0000"/>
                                      </p:to>
                                    </p:animClr>
                                    <p:set>
                                      <p:cBhvr>
                                        <p:cTn id="416" dur="500" fill="hold"/>
                                        <p:tgtEl>
                                          <p:spTgt spid="36"/>
                                        </p:tgtEl>
                                        <p:attrNameLst>
                                          <p:attrName>stroke.on</p:attrName>
                                        </p:attrNameLst>
                                      </p:cBhvr>
                                      <p:to>
                                        <p:strVal val="true"/>
                                      </p:to>
                                    </p:set>
                                  </p:childTnLst>
                                </p:cTn>
                              </p:par>
                              <p:par>
                                <p:cTn id="417" presetID="7" presetClass="emph" presetSubtype="2" fill="hold" nodeType="withEffect">
                                  <p:stCondLst>
                                    <p:cond delay="0"/>
                                  </p:stCondLst>
                                  <p:childTnLst>
                                    <p:animClr clrSpc="rgb" dir="cw">
                                      <p:cBhvr>
                                        <p:cTn id="418" dur="500" fill="hold"/>
                                        <p:tgtEl>
                                          <p:spTgt spid="37"/>
                                        </p:tgtEl>
                                        <p:attrNameLst>
                                          <p:attrName>stroke.color</p:attrName>
                                        </p:attrNameLst>
                                      </p:cBhvr>
                                      <p:to>
                                        <a:srgbClr val="FF0000"/>
                                      </p:to>
                                    </p:animClr>
                                    <p:set>
                                      <p:cBhvr>
                                        <p:cTn id="419" dur="500" fill="hold"/>
                                        <p:tgtEl>
                                          <p:spTgt spid="37"/>
                                        </p:tgtEl>
                                        <p:attrNameLst>
                                          <p:attrName>stroke.on</p:attrName>
                                        </p:attrNameLst>
                                      </p:cBhvr>
                                      <p:to>
                                        <p:strVal val="true"/>
                                      </p:to>
                                    </p:set>
                                  </p:childTnLst>
                                </p:cTn>
                              </p:par>
                              <p:par>
                                <p:cTn id="420" presetID="7" presetClass="emph" presetSubtype="2" fill="hold" nodeType="withEffect">
                                  <p:stCondLst>
                                    <p:cond delay="0"/>
                                  </p:stCondLst>
                                  <p:childTnLst>
                                    <p:animClr clrSpc="rgb" dir="cw">
                                      <p:cBhvr>
                                        <p:cTn id="421" dur="500" fill="hold"/>
                                        <p:tgtEl>
                                          <p:spTgt spid="39"/>
                                        </p:tgtEl>
                                        <p:attrNameLst>
                                          <p:attrName>stroke.color</p:attrName>
                                        </p:attrNameLst>
                                      </p:cBhvr>
                                      <p:to>
                                        <a:srgbClr val="FF0000"/>
                                      </p:to>
                                    </p:animClr>
                                    <p:set>
                                      <p:cBhvr>
                                        <p:cTn id="422" dur="500" fill="hold"/>
                                        <p:tgtEl>
                                          <p:spTgt spid="39"/>
                                        </p:tgtEl>
                                        <p:attrNameLst>
                                          <p:attrName>stroke.on</p:attrName>
                                        </p:attrNameLst>
                                      </p:cBhvr>
                                      <p:to>
                                        <p:strVal val="true"/>
                                      </p:to>
                                    </p:set>
                                  </p:childTnLst>
                                </p:cTn>
                              </p:par>
                              <p:par>
                                <p:cTn id="423" presetID="7" presetClass="emph" presetSubtype="2" fill="hold" nodeType="withEffect">
                                  <p:stCondLst>
                                    <p:cond delay="0"/>
                                  </p:stCondLst>
                                  <p:childTnLst>
                                    <p:animClr clrSpc="rgb" dir="cw">
                                      <p:cBhvr>
                                        <p:cTn id="424" dur="500" fill="hold"/>
                                        <p:tgtEl>
                                          <p:spTgt spid="40"/>
                                        </p:tgtEl>
                                        <p:attrNameLst>
                                          <p:attrName>stroke.color</p:attrName>
                                        </p:attrNameLst>
                                      </p:cBhvr>
                                      <p:to>
                                        <a:srgbClr val="FF0000"/>
                                      </p:to>
                                    </p:animClr>
                                    <p:set>
                                      <p:cBhvr>
                                        <p:cTn id="425" dur="500" fill="hold"/>
                                        <p:tgtEl>
                                          <p:spTgt spid="40"/>
                                        </p:tgtEl>
                                        <p:attrNameLst>
                                          <p:attrName>stroke.on</p:attrName>
                                        </p:attrNameLst>
                                      </p:cBhvr>
                                      <p:to>
                                        <p:strVal val="true"/>
                                      </p:to>
                                    </p:set>
                                  </p:childTnLst>
                                </p:cTn>
                              </p:par>
                              <p:par>
                                <p:cTn id="426" presetID="7" presetClass="emph" presetSubtype="2" fill="hold" nodeType="withEffect">
                                  <p:stCondLst>
                                    <p:cond delay="0"/>
                                  </p:stCondLst>
                                  <p:childTnLst>
                                    <p:animClr clrSpc="rgb" dir="cw">
                                      <p:cBhvr>
                                        <p:cTn id="427" dur="500" fill="hold"/>
                                        <p:tgtEl>
                                          <p:spTgt spid="41"/>
                                        </p:tgtEl>
                                        <p:attrNameLst>
                                          <p:attrName>stroke.color</p:attrName>
                                        </p:attrNameLst>
                                      </p:cBhvr>
                                      <p:to>
                                        <a:srgbClr val="FF0000"/>
                                      </p:to>
                                    </p:animClr>
                                    <p:set>
                                      <p:cBhvr>
                                        <p:cTn id="428" dur="500" fill="hold"/>
                                        <p:tgtEl>
                                          <p:spTgt spid="41"/>
                                        </p:tgtEl>
                                        <p:attrNameLst>
                                          <p:attrName>stroke.on</p:attrName>
                                        </p:attrNameLst>
                                      </p:cBhvr>
                                      <p:to>
                                        <p:strVal val="true"/>
                                      </p:to>
                                    </p:set>
                                  </p:childTnLst>
                                </p:cTn>
                              </p:par>
                              <p:par>
                                <p:cTn id="429" presetID="7" presetClass="emph" presetSubtype="2" fill="hold" nodeType="withEffect">
                                  <p:stCondLst>
                                    <p:cond delay="0"/>
                                  </p:stCondLst>
                                  <p:childTnLst>
                                    <p:animClr clrSpc="rgb" dir="cw">
                                      <p:cBhvr>
                                        <p:cTn id="430" dur="500" fill="hold"/>
                                        <p:tgtEl>
                                          <p:spTgt spid="42"/>
                                        </p:tgtEl>
                                        <p:attrNameLst>
                                          <p:attrName>stroke.color</p:attrName>
                                        </p:attrNameLst>
                                      </p:cBhvr>
                                      <p:to>
                                        <a:srgbClr val="FF0000"/>
                                      </p:to>
                                    </p:animClr>
                                    <p:set>
                                      <p:cBhvr>
                                        <p:cTn id="431" dur="500" fill="hold"/>
                                        <p:tgtEl>
                                          <p:spTgt spid="42"/>
                                        </p:tgtEl>
                                        <p:attrNameLst>
                                          <p:attrName>stroke.on</p:attrName>
                                        </p:attrNameLst>
                                      </p:cBhvr>
                                      <p:to>
                                        <p:strVal val="true"/>
                                      </p:to>
                                    </p:set>
                                  </p:childTnLst>
                                </p:cTn>
                              </p:par>
                              <p:par>
                                <p:cTn id="432" presetID="7" presetClass="emph" presetSubtype="2" fill="hold" nodeType="withEffect">
                                  <p:stCondLst>
                                    <p:cond delay="0"/>
                                  </p:stCondLst>
                                  <p:childTnLst>
                                    <p:animClr clrSpc="rgb" dir="cw">
                                      <p:cBhvr>
                                        <p:cTn id="433" dur="500" fill="hold"/>
                                        <p:tgtEl>
                                          <p:spTgt spid="43"/>
                                        </p:tgtEl>
                                        <p:attrNameLst>
                                          <p:attrName>stroke.color</p:attrName>
                                        </p:attrNameLst>
                                      </p:cBhvr>
                                      <p:to>
                                        <a:srgbClr val="FF0000"/>
                                      </p:to>
                                    </p:animClr>
                                    <p:set>
                                      <p:cBhvr>
                                        <p:cTn id="434" dur="500" fill="hold"/>
                                        <p:tgtEl>
                                          <p:spTgt spid="43"/>
                                        </p:tgtEl>
                                        <p:attrNameLst>
                                          <p:attrName>stroke.on</p:attrName>
                                        </p:attrNameLst>
                                      </p:cBhvr>
                                      <p:to>
                                        <p:strVal val="true"/>
                                      </p:to>
                                    </p:set>
                                  </p:childTnLst>
                                </p:cTn>
                              </p:par>
                              <p:par>
                                <p:cTn id="435" presetID="7" presetClass="emph" presetSubtype="2" fill="hold" nodeType="withEffect">
                                  <p:stCondLst>
                                    <p:cond delay="0"/>
                                  </p:stCondLst>
                                  <p:childTnLst>
                                    <p:animClr clrSpc="rgb" dir="cw">
                                      <p:cBhvr>
                                        <p:cTn id="436" dur="500" fill="hold"/>
                                        <p:tgtEl>
                                          <p:spTgt spid="44"/>
                                        </p:tgtEl>
                                        <p:attrNameLst>
                                          <p:attrName>stroke.color</p:attrName>
                                        </p:attrNameLst>
                                      </p:cBhvr>
                                      <p:to>
                                        <a:srgbClr val="FF0000"/>
                                      </p:to>
                                    </p:animClr>
                                    <p:set>
                                      <p:cBhvr>
                                        <p:cTn id="437" dur="500" fill="hold"/>
                                        <p:tgtEl>
                                          <p:spTgt spid="44"/>
                                        </p:tgtEl>
                                        <p:attrNameLst>
                                          <p:attrName>stroke.on</p:attrName>
                                        </p:attrNameLst>
                                      </p:cBhvr>
                                      <p:to>
                                        <p:strVal val="true"/>
                                      </p:to>
                                    </p:set>
                                  </p:childTnLst>
                                </p:cTn>
                              </p:par>
                              <p:par>
                                <p:cTn id="438" presetID="7" presetClass="emph" presetSubtype="2" fill="hold" nodeType="withEffect">
                                  <p:stCondLst>
                                    <p:cond delay="0"/>
                                  </p:stCondLst>
                                  <p:childTnLst>
                                    <p:animClr clrSpc="rgb" dir="cw">
                                      <p:cBhvr>
                                        <p:cTn id="439" dur="500" fill="hold"/>
                                        <p:tgtEl>
                                          <p:spTgt spid="46"/>
                                        </p:tgtEl>
                                        <p:attrNameLst>
                                          <p:attrName>stroke.color</p:attrName>
                                        </p:attrNameLst>
                                      </p:cBhvr>
                                      <p:to>
                                        <a:srgbClr val="FF0000"/>
                                      </p:to>
                                    </p:animClr>
                                    <p:set>
                                      <p:cBhvr>
                                        <p:cTn id="440" dur="500" fill="hold"/>
                                        <p:tgtEl>
                                          <p:spTgt spid="46"/>
                                        </p:tgtEl>
                                        <p:attrNameLst>
                                          <p:attrName>stroke.on</p:attrName>
                                        </p:attrNameLst>
                                      </p:cBhvr>
                                      <p:to>
                                        <p:strVal val="true"/>
                                      </p:to>
                                    </p:set>
                                  </p:childTnLst>
                                </p:cTn>
                              </p:par>
                              <p:par>
                                <p:cTn id="441" presetID="7" presetClass="emph" presetSubtype="2" fill="hold" nodeType="withEffect">
                                  <p:stCondLst>
                                    <p:cond delay="0"/>
                                  </p:stCondLst>
                                  <p:childTnLst>
                                    <p:animClr clrSpc="rgb" dir="cw">
                                      <p:cBhvr>
                                        <p:cTn id="442" dur="500" fill="hold"/>
                                        <p:tgtEl>
                                          <p:spTgt spid="47"/>
                                        </p:tgtEl>
                                        <p:attrNameLst>
                                          <p:attrName>stroke.color</p:attrName>
                                        </p:attrNameLst>
                                      </p:cBhvr>
                                      <p:to>
                                        <a:srgbClr val="FF0000"/>
                                      </p:to>
                                    </p:animClr>
                                    <p:set>
                                      <p:cBhvr>
                                        <p:cTn id="443" dur="500" fill="hold"/>
                                        <p:tgtEl>
                                          <p:spTgt spid="47"/>
                                        </p:tgtEl>
                                        <p:attrNameLst>
                                          <p:attrName>stroke.on</p:attrName>
                                        </p:attrNameLst>
                                      </p:cBhvr>
                                      <p:to>
                                        <p:strVal val="true"/>
                                      </p:to>
                                    </p:set>
                                  </p:childTnLst>
                                </p:cTn>
                              </p:par>
                              <p:par>
                                <p:cTn id="444" presetID="7" presetClass="emph" presetSubtype="2" fill="hold" nodeType="withEffect">
                                  <p:stCondLst>
                                    <p:cond delay="0"/>
                                  </p:stCondLst>
                                  <p:childTnLst>
                                    <p:animClr clrSpc="rgb" dir="cw">
                                      <p:cBhvr>
                                        <p:cTn id="445" dur="500" fill="hold"/>
                                        <p:tgtEl>
                                          <p:spTgt spid="48"/>
                                        </p:tgtEl>
                                        <p:attrNameLst>
                                          <p:attrName>stroke.color</p:attrName>
                                        </p:attrNameLst>
                                      </p:cBhvr>
                                      <p:to>
                                        <a:srgbClr val="FF0000"/>
                                      </p:to>
                                    </p:animClr>
                                    <p:set>
                                      <p:cBhvr>
                                        <p:cTn id="446" dur="500" fill="hold"/>
                                        <p:tgtEl>
                                          <p:spTgt spid="48"/>
                                        </p:tgtEl>
                                        <p:attrNameLst>
                                          <p:attrName>stroke.on</p:attrName>
                                        </p:attrNameLst>
                                      </p:cBhvr>
                                      <p:to>
                                        <p:strVal val="true"/>
                                      </p:to>
                                    </p:set>
                                  </p:childTnLst>
                                </p:cTn>
                              </p:par>
                              <p:par>
                                <p:cTn id="447" presetID="7" presetClass="emph" presetSubtype="2" fill="hold" nodeType="withEffect">
                                  <p:stCondLst>
                                    <p:cond delay="0"/>
                                  </p:stCondLst>
                                  <p:childTnLst>
                                    <p:animClr clrSpc="rgb" dir="cw">
                                      <p:cBhvr>
                                        <p:cTn id="448" dur="500" fill="hold"/>
                                        <p:tgtEl>
                                          <p:spTgt spid="49"/>
                                        </p:tgtEl>
                                        <p:attrNameLst>
                                          <p:attrName>stroke.color</p:attrName>
                                        </p:attrNameLst>
                                      </p:cBhvr>
                                      <p:to>
                                        <a:srgbClr val="FF0000"/>
                                      </p:to>
                                    </p:animClr>
                                    <p:set>
                                      <p:cBhvr>
                                        <p:cTn id="449" dur="500" fill="hold"/>
                                        <p:tgtEl>
                                          <p:spTgt spid="49"/>
                                        </p:tgtEl>
                                        <p:attrNameLst>
                                          <p:attrName>stroke.on</p:attrName>
                                        </p:attrNameLst>
                                      </p:cBhvr>
                                      <p:to>
                                        <p:strVal val="true"/>
                                      </p:to>
                                    </p:set>
                                  </p:childTnLst>
                                </p:cTn>
                              </p:par>
                              <p:par>
                                <p:cTn id="450" presetID="7" presetClass="emph" presetSubtype="2" fill="hold" nodeType="withEffect">
                                  <p:stCondLst>
                                    <p:cond delay="0"/>
                                  </p:stCondLst>
                                  <p:childTnLst>
                                    <p:animClr clrSpc="rgb" dir="cw">
                                      <p:cBhvr>
                                        <p:cTn id="451" dur="500" fill="hold"/>
                                        <p:tgtEl>
                                          <p:spTgt spid="50"/>
                                        </p:tgtEl>
                                        <p:attrNameLst>
                                          <p:attrName>stroke.color</p:attrName>
                                        </p:attrNameLst>
                                      </p:cBhvr>
                                      <p:to>
                                        <a:srgbClr val="FF0000"/>
                                      </p:to>
                                    </p:animClr>
                                    <p:set>
                                      <p:cBhvr>
                                        <p:cTn id="452" dur="500" fill="hold"/>
                                        <p:tgtEl>
                                          <p:spTgt spid="50"/>
                                        </p:tgtEl>
                                        <p:attrNameLst>
                                          <p:attrName>stroke.on</p:attrName>
                                        </p:attrNameLst>
                                      </p:cBhvr>
                                      <p:to>
                                        <p:strVal val="true"/>
                                      </p:to>
                                    </p:set>
                                  </p:childTnLst>
                                </p:cTn>
                              </p:par>
                              <p:par>
                                <p:cTn id="453" presetID="7" presetClass="emph" presetSubtype="2" fill="hold" nodeType="withEffect">
                                  <p:stCondLst>
                                    <p:cond delay="0"/>
                                  </p:stCondLst>
                                  <p:childTnLst>
                                    <p:animClr clrSpc="rgb" dir="cw">
                                      <p:cBhvr>
                                        <p:cTn id="454" dur="500" fill="hold"/>
                                        <p:tgtEl>
                                          <p:spTgt spid="51"/>
                                        </p:tgtEl>
                                        <p:attrNameLst>
                                          <p:attrName>stroke.color</p:attrName>
                                        </p:attrNameLst>
                                      </p:cBhvr>
                                      <p:to>
                                        <a:srgbClr val="FF0000"/>
                                      </p:to>
                                    </p:animClr>
                                    <p:set>
                                      <p:cBhvr>
                                        <p:cTn id="455" dur="500" fill="hold"/>
                                        <p:tgtEl>
                                          <p:spTgt spid="51"/>
                                        </p:tgtEl>
                                        <p:attrNameLst>
                                          <p:attrName>stroke.on</p:attrName>
                                        </p:attrNameLst>
                                      </p:cBhvr>
                                      <p:to>
                                        <p:strVal val="true"/>
                                      </p:to>
                                    </p:set>
                                  </p:childTnLst>
                                </p:cTn>
                              </p:par>
                              <p:par>
                                <p:cTn id="456" presetID="7" presetClass="emph" presetSubtype="2" fill="hold" nodeType="withEffect">
                                  <p:stCondLst>
                                    <p:cond delay="0"/>
                                  </p:stCondLst>
                                  <p:childTnLst>
                                    <p:animClr clrSpc="rgb" dir="cw">
                                      <p:cBhvr>
                                        <p:cTn id="457" dur="500" fill="hold"/>
                                        <p:tgtEl>
                                          <p:spTgt spid="53"/>
                                        </p:tgtEl>
                                        <p:attrNameLst>
                                          <p:attrName>stroke.color</p:attrName>
                                        </p:attrNameLst>
                                      </p:cBhvr>
                                      <p:to>
                                        <a:srgbClr val="FF0000"/>
                                      </p:to>
                                    </p:animClr>
                                    <p:set>
                                      <p:cBhvr>
                                        <p:cTn id="458" dur="500" fill="hold"/>
                                        <p:tgtEl>
                                          <p:spTgt spid="53"/>
                                        </p:tgtEl>
                                        <p:attrNameLst>
                                          <p:attrName>stroke.on</p:attrName>
                                        </p:attrNameLst>
                                      </p:cBhvr>
                                      <p:to>
                                        <p:strVal val="true"/>
                                      </p:to>
                                    </p:set>
                                  </p:childTnLst>
                                </p:cTn>
                              </p:par>
                              <p:par>
                                <p:cTn id="459" presetID="7" presetClass="emph" presetSubtype="2" fill="hold" nodeType="withEffect">
                                  <p:stCondLst>
                                    <p:cond delay="0"/>
                                  </p:stCondLst>
                                  <p:childTnLst>
                                    <p:animClr clrSpc="rgb" dir="cw">
                                      <p:cBhvr>
                                        <p:cTn id="460" dur="500" fill="hold"/>
                                        <p:tgtEl>
                                          <p:spTgt spid="54"/>
                                        </p:tgtEl>
                                        <p:attrNameLst>
                                          <p:attrName>stroke.color</p:attrName>
                                        </p:attrNameLst>
                                      </p:cBhvr>
                                      <p:to>
                                        <a:srgbClr val="FF0000"/>
                                      </p:to>
                                    </p:animClr>
                                    <p:set>
                                      <p:cBhvr>
                                        <p:cTn id="461" dur="500" fill="hold"/>
                                        <p:tgtEl>
                                          <p:spTgt spid="54"/>
                                        </p:tgtEl>
                                        <p:attrNameLst>
                                          <p:attrName>stroke.on</p:attrName>
                                        </p:attrNameLst>
                                      </p:cBhvr>
                                      <p:to>
                                        <p:strVal val="true"/>
                                      </p:to>
                                    </p:set>
                                  </p:childTnLst>
                                </p:cTn>
                              </p:par>
                              <p:par>
                                <p:cTn id="462" presetID="7" presetClass="emph" presetSubtype="2" fill="hold" nodeType="withEffect">
                                  <p:stCondLst>
                                    <p:cond delay="0"/>
                                  </p:stCondLst>
                                  <p:childTnLst>
                                    <p:animClr clrSpc="rgb" dir="cw">
                                      <p:cBhvr>
                                        <p:cTn id="463" dur="500" fill="hold"/>
                                        <p:tgtEl>
                                          <p:spTgt spid="55"/>
                                        </p:tgtEl>
                                        <p:attrNameLst>
                                          <p:attrName>stroke.color</p:attrName>
                                        </p:attrNameLst>
                                      </p:cBhvr>
                                      <p:to>
                                        <a:srgbClr val="FF0000"/>
                                      </p:to>
                                    </p:animClr>
                                    <p:set>
                                      <p:cBhvr>
                                        <p:cTn id="464" dur="500" fill="hold"/>
                                        <p:tgtEl>
                                          <p:spTgt spid="55"/>
                                        </p:tgtEl>
                                        <p:attrNameLst>
                                          <p:attrName>stroke.on</p:attrName>
                                        </p:attrNameLst>
                                      </p:cBhvr>
                                      <p:to>
                                        <p:strVal val="true"/>
                                      </p:to>
                                    </p:set>
                                  </p:childTnLst>
                                </p:cTn>
                              </p:par>
                              <p:par>
                                <p:cTn id="465" presetID="7" presetClass="emph" presetSubtype="2" fill="hold" nodeType="withEffect">
                                  <p:stCondLst>
                                    <p:cond delay="0"/>
                                  </p:stCondLst>
                                  <p:childTnLst>
                                    <p:animClr clrSpc="rgb" dir="cw">
                                      <p:cBhvr>
                                        <p:cTn id="466" dur="500" fill="hold"/>
                                        <p:tgtEl>
                                          <p:spTgt spid="56"/>
                                        </p:tgtEl>
                                        <p:attrNameLst>
                                          <p:attrName>stroke.color</p:attrName>
                                        </p:attrNameLst>
                                      </p:cBhvr>
                                      <p:to>
                                        <a:srgbClr val="FF0000"/>
                                      </p:to>
                                    </p:animClr>
                                    <p:set>
                                      <p:cBhvr>
                                        <p:cTn id="467" dur="500" fill="hold"/>
                                        <p:tgtEl>
                                          <p:spTgt spid="56"/>
                                        </p:tgtEl>
                                        <p:attrNameLst>
                                          <p:attrName>stroke.on</p:attrName>
                                        </p:attrNameLst>
                                      </p:cBhvr>
                                      <p:to>
                                        <p:strVal val="true"/>
                                      </p:to>
                                    </p:set>
                                  </p:childTnLst>
                                </p:cTn>
                              </p:par>
                              <p:par>
                                <p:cTn id="468" presetID="7" presetClass="emph" presetSubtype="2" fill="hold" nodeType="withEffect">
                                  <p:stCondLst>
                                    <p:cond delay="0"/>
                                  </p:stCondLst>
                                  <p:childTnLst>
                                    <p:animClr clrSpc="rgb" dir="cw">
                                      <p:cBhvr>
                                        <p:cTn id="469" dur="500" fill="hold"/>
                                        <p:tgtEl>
                                          <p:spTgt spid="57"/>
                                        </p:tgtEl>
                                        <p:attrNameLst>
                                          <p:attrName>stroke.color</p:attrName>
                                        </p:attrNameLst>
                                      </p:cBhvr>
                                      <p:to>
                                        <a:srgbClr val="FF0000"/>
                                      </p:to>
                                    </p:animClr>
                                    <p:set>
                                      <p:cBhvr>
                                        <p:cTn id="470" dur="500" fill="hold"/>
                                        <p:tgtEl>
                                          <p:spTgt spid="57"/>
                                        </p:tgtEl>
                                        <p:attrNameLst>
                                          <p:attrName>stroke.on</p:attrName>
                                        </p:attrNameLst>
                                      </p:cBhvr>
                                      <p:to>
                                        <p:strVal val="true"/>
                                      </p:to>
                                    </p:set>
                                  </p:childTnLst>
                                </p:cTn>
                              </p:par>
                              <p:par>
                                <p:cTn id="471" presetID="7" presetClass="emph" presetSubtype="2" fill="hold" nodeType="withEffect">
                                  <p:stCondLst>
                                    <p:cond delay="0"/>
                                  </p:stCondLst>
                                  <p:childTnLst>
                                    <p:animClr clrSpc="rgb" dir="cw">
                                      <p:cBhvr>
                                        <p:cTn id="472" dur="500" fill="hold"/>
                                        <p:tgtEl>
                                          <p:spTgt spid="59"/>
                                        </p:tgtEl>
                                        <p:attrNameLst>
                                          <p:attrName>stroke.color</p:attrName>
                                        </p:attrNameLst>
                                      </p:cBhvr>
                                      <p:to>
                                        <a:srgbClr val="FF0000"/>
                                      </p:to>
                                    </p:animClr>
                                    <p:set>
                                      <p:cBhvr>
                                        <p:cTn id="473" dur="500" fill="hold"/>
                                        <p:tgtEl>
                                          <p:spTgt spid="59"/>
                                        </p:tgtEl>
                                        <p:attrNameLst>
                                          <p:attrName>stroke.on</p:attrName>
                                        </p:attrNameLst>
                                      </p:cBhvr>
                                      <p:to>
                                        <p:strVal val="true"/>
                                      </p:to>
                                    </p:set>
                                  </p:childTnLst>
                                </p:cTn>
                              </p:par>
                              <p:par>
                                <p:cTn id="474" presetID="7" presetClass="emph" presetSubtype="2" fill="hold" nodeType="withEffect">
                                  <p:stCondLst>
                                    <p:cond delay="0"/>
                                  </p:stCondLst>
                                  <p:childTnLst>
                                    <p:animClr clrSpc="rgb" dir="cw">
                                      <p:cBhvr>
                                        <p:cTn id="475" dur="500" fill="hold"/>
                                        <p:tgtEl>
                                          <p:spTgt spid="60"/>
                                        </p:tgtEl>
                                        <p:attrNameLst>
                                          <p:attrName>stroke.color</p:attrName>
                                        </p:attrNameLst>
                                      </p:cBhvr>
                                      <p:to>
                                        <a:srgbClr val="FF0000"/>
                                      </p:to>
                                    </p:animClr>
                                    <p:set>
                                      <p:cBhvr>
                                        <p:cTn id="476" dur="500" fill="hold"/>
                                        <p:tgtEl>
                                          <p:spTgt spid="60"/>
                                        </p:tgtEl>
                                        <p:attrNameLst>
                                          <p:attrName>stroke.on</p:attrName>
                                        </p:attrNameLst>
                                      </p:cBhvr>
                                      <p:to>
                                        <p:strVal val="true"/>
                                      </p:to>
                                    </p:set>
                                  </p:childTnLst>
                                </p:cTn>
                              </p:par>
                              <p:par>
                                <p:cTn id="477" presetID="7" presetClass="emph" presetSubtype="2" fill="hold" nodeType="withEffect">
                                  <p:stCondLst>
                                    <p:cond delay="0"/>
                                  </p:stCondLst>
                                  <p:childTnLst>
                                    <p:animClr clrSpc="rgb" dir="cw">
                                      <p:cBhvr>
                                        <p:cTn id="478" dur="500" fill="hold"/>
                                        <p:tgtEl>
                                          <p:spTgt spid="61"/>
                                        </p:tgtEl>
                                        <p:attrNameLst>
                                          <p:attrName>stroke.color</p:attrName>
                                        </p:attrNameLst>
                                      </p:cBhvr>
                                      <p:to>
                                        <a:srgbClr val="FF0000"/>
                                      </p:to>
                                    </p:animClr>
                                    <p:set>
                                      <p:cBhvr>
                                        <p:cTn id="479" dur="500" fill="hold"/>
                                        <p:tgtEl>
                                          <p:spTgt spid="61"/>
                                        </p:tgtEl>
                                        <p:attrNameLst>
                                          <p:attrName>stroke.on</p:attrName>
                                        </p:attrNameLst>
                                      </p:cBhvr>
                                      <p:to>
                                        <p:strVal val="true"/>
                                      </p:to>
                                    </p:set>
                                  </p:childTnLst>
                                </p:cTn>
                              </p:par>
                              <p:par>
                                <p:cTn id="480" presetID="7" presetClass="emph" presetSubtype="2" fill="hold" nodeType="withEffect">
                                  <p:stCondLst>
                                    <p:cond delay="0"/>
                                  </p:stCondLst>
                                  <p:childTnLst>
                                    <p:animClr clrSpc="rgb" dir="cw">
                                      <p:cBhvr>
                                        <p:cTn id="481" dur="500" fill="hold"/>
                                        <p:tgtEl>
                                          <p:spTgt spid="62"/>
                                        </p:tgtEl>
                                        <p:attrNameLst>
                                          <p:attrName>stroke.color</p:attrName>
                                        </p:attrNameLst>
                                      </p:cBhvr>
                                      <p:to>
                                        <a:srgbClr val="FF0000"/>
                                      </p:to>
                                    </p:animClr>
                                    <p:set>
                                      <p:cBhvr>
                                        <p:cTn id="482" dur="500" fill="hold"/>
                                        <p:tgtEl>
                                          <p:spTgt spid="62"/>
                                        </p:tgtEl>
                                        <p:attrNameLst>
                                          <p:attrName>stroke.on</p:attrName>
                                        </p:attrNameLst>
                                      </p:cBhvr>
                                      <p:to>
                                        <p:strVal val="true"/>
                                      </p:to>
                                    </p:set>
                                  </p:childTnLst>
                                </p:cTn>
                              </p:par>
                              <p:par>
                                <p:cTn id="483" presetID="7" presetClass="emph" presetSubtype="2" fill="hold" nodeType="withEffect">
                                  <p:stCondLst>
                                    <p:cond delay="0"/>
                                  </p:stCondLst>
                                  <p:childTnLst>
                                    <p:animClr clrSpc="rgb" dir="cw">
                                      <p:cBhvr>
                                        <p:cTn id="484" dur="500" fill="hold"/>
                                        <p:tgtEl>
                                          <p:spTgt spid="63"/>
                                        </p:tgtEl>
                                        <p:attrNameLst>
                                          <p:attrName>stroke.color</p:attrName>
                                        </p:attrNameLst>
                                      </p:cBhvr>
                                      <p:to>
                                        <a:srgbClr val="FF0000"/>
                                      </p:to>
                                    </p:animClr>
                                    <p:set>
                                      <p:cBhvr>
                                        <p:cTn id="485" dur="500" fill="hold"/>
                                        <p:tgtEl>
                                          <p:spTgt spid="63"/>
                                        </p:tgtEl>
                                        <p:attrNameLst>
                                          <p:attrName>stroke.on</p:attrName>
                                        </p:attrNameLst>
                                      </p:cBhvr>
                                      <p:to>
                                        <p:strVal val="true"/>
                                      </p:to>
                                    </p:set>
                                  </p:childTnLst>
                                </p:cTn>
                              </p:par>
                              <p:par>
                                <p:cTn id="486" presetID="7" presetClass="emph" presetSubtype="2" fill="hold" nodeType="withEffect">
                                  <p:stCondLst>
                                    <p:cond delay="0"/>
                                  </p:stCondLst>
                                  <p:childTnLst>
                                    <p:animClr clrSpc="rgb" dir="cw">
                                      <p:cBhvr>
                                        <p:cTn id="487" dur="500" fill="hold"/>
                                        <p:tgtEl>
                                          <p:spTgt spid="64"/>
                                        </p:tgtEl>
                                        <p:attrNameLst>
                                          <p:attrName>stroke.color</p:attrName>
                                        </p:attrNameLst>
                                      </p:cBhvr>
                                      <p:to>
                                        <a:srgbClr val="FF0000"/>
                                      </p:to>
                                    </p:animClr>
                                    <p:set>
                                      <p:cBhvr>
                                        <p:cTn id="488" dur="500" fill="hold"/>
                                        <p:tgtEl>
                                          <p:spTgt spid="64"/>
                                        </p:tgtEl>
                                        <p:attrNameLst>
                                          <p:attrName>stroke.on</p:attrName>
                                        </p:attrNameLst>
                                      </p:cBhvr>
                                      <p:to>
                                        <p:strVal val="true"/>
                                      </p:to>
                                    </p:set>
                                  </p:childTnLst>
                                </p:cTn>
                              </p:par>
                              <p:par>
                                <p:cTn id="489" presetID="7" presetClass="emph" presetSubtype="2" fill="hold" nodeType="withEffect">
                                  <p:stCondLst>
                                    <p:cond delay="0"/>
                                  </p:stCondLst>
                                  <p:childTnLst>
                                    <p:animClr clrSpc="rgb" dir="cw">
                                      <p:cBhvr>
                                        <p:cTn id="490" dur="500" fill="hold"/>
                                        <p:tgtEl>
                                          <p:spTgt spid="65"/>
                                        </p:tgtEl>
                                        <p:attrNameLst>
                                          <p:attrName>stroke.color</p:attrName>
                                        </p:attrNameLst>
                                      </p:cBhvr>
                                      <p:to>
                                        <a:srgbClr val="FF0000"/>
                                      </p:to>
                                    </p:animClr>
                                    <p:set>
                                      <p:cBhvr>
                                        <p:cTn id="491" dur="500" fill="hold"/>
                                        <p:tgtEl>
                                          <p:spTgt spid="65"/>
                                        </p:tgtEl>
                                        <p:attrNameLst>
                                          <p:attrName>stroke.on</p:attrName>
                                        </p:attrNameLst>
                                      </p:cBhvr>
                                      <p:to>
                                        <p:strVal val="true"/>
                                      </p:to>
                                    </p:set>
                                  </p:childTnLst>
                                </p:cTn>
                              </p:par>
                              <p:par>
                                <p:cTn id="492" presetID="7" presetClass="emph" presetSubtype="2" fill="hold" nodeType="withEffect">
                                  <p:stCondLst>
                                    <p:cond delay="0"/>
                                  </p:stCondLst>
                                  <p:childTnLst>
                                    <p:animClr clrSpc="rgb" dir="cw">
                                      <p:cBhvr>
                                        <p:cTn id="493" dur="500" fill="hold"/>
                                        <p:tgtEl>
                                          <p:spTgt spid="66"/>
                                        </p:tgtEl>
                                        <p:attrNameLst>
                                          <p:attrName>stroke.color</p:attrName>
                                        </p:attrNameLst>
                                      </p:cBhvr>
                                      <p:to>
                                        <a:srgbClr val="FF0000"/>
                                      </p:to>
                                    </p:animClr>
                                    <p:set>
                                      <p:cBhvr>
                                        <p:cTn id="494" dur="500" fill="hold"/>
                                        <p:tgtEl>
                                          <p:spTgt spid="66"/>
                                        </p:tgtEl>
                                        <p:attrNameLst>
                                          <p:attrName>stroke.on</p:attrName>
                                        </p:attrNameLst>
                                      </p:cBhvr>
                                      <p:to>
                                        <p:strVal val="true"/>
                                      </p:to>
                                    </p:set>
                                  </p:childTnLst>
                                </p:cTn>
                              </p:par>
                              <p:par>
                                <p:cTn id="495" presetID="7" presetClass="emph" presetSubtype="2" fill="hold" nodeType="withEffect">
                                  <p:stCondLst>
                                    <p:cond delay="0"/>
                                  </p:stCondLst>
                                  <p:childTnLst>
                                    <p:animClr clrSpc="rgb" dir="cw">
                                      <p:cBhvr>
                                        <p:cTn id="496" dur="500" fill="hold"/>
                                        <p:tgtEl>
                                          <p:spTgt spid="67"/>
                                        </p:tgtEl>
                                        <p:attrNameLst>
                                          <p:attrName>stroke.color</p:attrName>
                                        </p:attrNameLst>
                                      </p:cBhvr>
                                      <p:to>
                                        <a:srgbClr val="FF0000"/>
                                      </p:to>
                                    </p:animClr>
                                    <p:set>
                                      <p:cBhvr>
                                        <p:cTn id="497" dur="500" fill="hold"/>
                                        <p:tgtEl>
                                          <p:spTgt spid="67"/>
                                        </p:tgtEl>
                                        <p:attrNameLst>
                                          <p:attrName>stroke.on</p:attrName>
                                        </p:attrNameLst>
                                      </p:cBhvr>
                                      <p:to>
                                        <p:strVal val="true"/>
                                      </p:to>
                                    </p:set>
                                  </p:childTnLst>
                                </p:cTn>
                              </p:par>
                              <p:par>
                                <p:cTn id="498" presetID="7" presetClass="emph" presetSubtype="2" fill="hold" nodeType="withEffect">
                                  <p:stCondLst>
                                    <p:cond delay="0"/>
                                  </p:stCondLst>
                                  <p:childTnLst>
                                    <p:animClr clrSpc="rgb" dir="cw">
                                      <p:cBhvr>
                                        <p:cTn id="499" dur="500" fill="hold"/>
                                        <p:tgtEl>
                                          <p:spTgt spid="68"/>
                                        </p:tgtEl>
                                        <p:attrNameLst>
                                          <p:attrName>stroke.color</p:attrName>
                                        </p:attrNameLst>
                                      </p:cBhvr>
                                      <p:to>
                                        <a:srgbClr val="FF0000"/>
                                      </p:to>
                                    </p:animClr>
                                    <p:set>
                                      <p:cBhvr>
                                        <p:cTn id="500" dur="500" fill="hold"/>
                                        <p:tgtEl>
                                          <p:spTgt spid="68"/>
                                        </p:tgtEl>
                                        <p:attrNameLst>
                                          <p:attrName>stroke.on</p:attrName>
                                        </p:attrNameLst>
                                      </p:cBhvr>
                                      <p:to>
                                        <p:strVal val="true"/>
                                      </p:to>
                                    </p:set>
                                  </p:childTnLst>
                                </p:cTn>
                              </p:par>
                              <p:par>
                                <p:cTn id="501" presetID="7" presetClass="emph" presetSubtype="2" fill="hold" nodeType="withEffect">
                                  <p:stCondLst>
                                    <p:cond delay="0"/>
                                  </p:stCondLst>
                                  <p:childTnLst>
                                    <p:animClr clrSpc="rgb" dir="cw">
                                      <p:cBhvr>
                                        <p:cTn id="502" dur="500" fill="hold"/>
                                        <p:tgtEl>
                                          <p:spTgt spid="69"/>
                                        </p:tgtEl>
                                        <p:attrNameLst>
                                          <p:attrName>stroke.color</p:attrName>
                                        </p:attrNameLst>
                                      </p:cBhvr>
                                      <p:to>
                                        <a:srgbClr val="FF0000"/>
                                      </p:to>
                                    </p:animClr>
                                    <p:set>
                                      <p:cBhvr>
                                        <p:cTn id="503" dur="500" fill="hold"/>
                                        <p:tgtEl>
                                          <p:spTgt spid="69"/>
                                        </p:tgtEl>
                                        <p:attrNameLst>
                                          <p:attrName>stroke.on</p:attrName>
                                        </p:attrNameLst>
                                      </p:cBhvr>
                                      <p:to>
                                        <p:strVal val="true"/>
                                      </p:to>
                                    </p:set>
                                  </p:childTnLst>
                                </p:cTn>
                              </p:par>
                              <p:par>
                                <p:cTn id="504" presetID="7" presetClass="emph" presetSubtype="2" fill="hold" nodeType="withEffect">
                                  <p:stCondLst>
                                    <p:cond delay="0"/>
                                  </p:stCondLst>
                                  <p:childTnLst>
                                    <p:animClr clrSpc="rgb" dir="cw">
                                      <p:cBhvr>
                                        <p:cTn id="505" dur="500" fill="hold"/>
                                        <p:tgtEl>
                                          <p:spTgt spid="70"/>
                                        </p:tgtEl>
                                        <p:attrNameLst>
                                          <p:attrName>stroke.color</p:attrName>
                                        </p:attrNameLst>
                                      </p:cBhvr>
                                      <p:to>
                                        <a:srgbClr val="FF0000"/>
                                      </p:to>
                                    </p:animClr>
                                    <p:set>
                                      <p:cBhvr>
                                        <p:cTn id="506" dur="500" fill="hold"/>
                                        <p:tgtEl>
                                          <p:spTgt spid="70"/>
                                        </p:tgtEl>
                                        <p:attrNameLst>
                                          <p:attrName>stroke.on</p:attrName>
                                        </p:attrNameLst>
                                      </p:cBhvr>
                                      <p:to>
                                        <p:strVal val="true"/>
                                      </p:to>
                                    </p:set>
                                  </p:childTnLst>
                                </p:cTn>
                              </p:par>
                              <p:par>
                                <p:cTn id="507" presetID="7" presetClass="emph" presetSubtype="2" fill="hold" nodeType="withEffect">
                                  <p:stCondLst>
                                    <p:cond delay="0"/>
                                  </p:stCondLst>
                                  <p:childTnLst>
                                    <p:animClr clrSpc="rgb" dir="cw">
                                      <p:cBhvr>
                                        <p:cTn id="508" dur="500" fill="hold"/>
                                        <p:tgtEl>
                                          <p:spTgt spid="71"/>
                                        </p:tgtEl>
                                        <p:attrNameLst>
                                          <p:attrName>stroke.color</p:attrName>
                                        </p:attrNameLst>
                                      </p:cBhvr>
                                      <p:to>
                                        <a:srgbClr val="FF0000"/>
                                      </p:to>
                                    </p:animClr>
                                    <p:set>
                                      <p:cBhvr>
                                        <p:cTn id="509" dur="500" fill="hold"/>
                                        <p:tgtEl>
                                          <p:spTgt spid="71"/>
                                        </p:tgtEl>
                                        <p:attrNameLst>
                                          <p:attrName>stroke.on</p:attrName>
                                        </p:attrNameLst>
                                      </p:cBhvr>
                                      <p:to>
                                        <p:strVal val="true"/>
                                      </p:to>
                                    </p:set>
                                  </p:childTnLst>
                                </p:cTn>
                              </p:par>
                              <p:par>
                                <p:cTn id="510" presetID="7" presetClass="emph" presetSubtype="2" fill="hold" nodeType="withEffect">
                                  <p:stCondLst>
                                    <p:cond delay="0"/>
                                  </p:stCondLst>
                                  <p:childTnLst>
                                    <p:animClr clrSpc="rgb" dir="cw">
                                      <p:cBhvr>
                                        <p:cTn id="511" dur="500" fill="hold"/>
                                        <p:tgtEl>
                                          <p:spTgt spid="72"/>
                                        </p:tgtEl>
                                        <p:attrNameLst>
                                          <p:attrName>stroke.color</p:attrName>
                                        </p:attrNameLst>
                                      </p:cBhvr>
                                      <p:to>
                                        <a:srgbClr val="FF0000"/>
                                      </p:to>
                                    </p:animClr>
                                    <p:set>
                                      <p:cBhvr>
                                        <p:cTn id="512" dur="500" fill="hold"/>
                                        <p:tgtEl>
                                          <p:spTgt spid="72"/>
                                        </p:tgtEl>
                                        <p:attrNameLst>
                                          <p:attrName>stroke.on</p:attrName>
                                        </p:attrNameLst>
                                      </p:cBhvr>
                                      <p:to>
                                        <p:strVal val="true"/>
                                      </p:to>
                                    </p:set>
                                  </p:childTnLst>
                                </p:cTn>
                              </p:par>
                              <p:par>
                                <p:cTn id="513" presetID="7" presetClass="emph" presetSubtype="2" fill="hold" nodeType="withEffect">
                                  <p:stCondLst>
                                    <p:cond delay="0"/>
                                  </p:stCondLst>
                                  <p:childTnLst>
                                    <p:animClr clrSpc="rgb" dir="cw">
                                      <p:cBhvr>
                                        <p:cTn id="514" dur="500" fill="hold"/>
                                        <p:tgtEl>
                                          <p:spTgt spid="73"/>
                                        </p:tgtEl>
                                        <p:attrNameLst>
                                          <p:attrName>stroke.color</p:attrName>
                                        </p:attrNameLst>
                                      </p:cBhvr>
                                      <p:to>
                                        <a:srgbClr val="FF0000"/>
                                      </p:to>
                                    </p:animClr>
                                    <p:set>
                                      <p:cBhvr>
                                        <p:cTn id="515" dur="500" fill="hold"/>
                                        <p:tgtEl>
                                          <p:spTgt spid="73"/>
                                        </p:tgtEl>
                                        <p:attrNameLst>
                                          <p:attrName>stroke.on</p:attrName>
                                        </p:attrNameLst>
                                      </p:cBhvr>
                                      <p:to>
                                        <p:strVal val="true"/>
                                      </p:to>
                                    </p:set>
                                  </p:childTnLst>
                                </p:cTn>
                              </p:par>
                              <p:par>
                                <p:cTn id="516" presetID="7" presetClass="emph" presetSubtype="2" fill="hold" nodeType="withEffect">
                                  <p:stCondLst>
                                    <p:cond delay="0"/>
                                  </p:stCondLst>
                                  <p:childTnLst>
                                    <p:animClr clrSpc="rgb" dir="cw">
                                      <p:cBhvr>
                                        <p:cTn id="517" dur="500" fill="hold"/>
                                        <p:tgtEl>
                                          <p:spTgt spid="74"/>
                                        </p:tgtEl>
                                        <p:attrNameLst>
                                          <p:attrName>stroke.color</p:attrName>
                                        </p:attrNameLst>
                                      </p:cBhvr>
                                      <p:to>
                                        <a:srgbClr val="FF0000"/>
                                      </p:to>
                                    </p:animClr>
                                    <p:set>
                                      <p:cBhvr>
                                        <p:cTn id="518" dur="500" fill="hold"/>
                                        <p:tgtEl>
                                          <p:spTgt spid="74"/>
                                        </p:tgtEl>
                                        <p:attrNameLst>
                                          <p:attrName>stroke.on</p:attrName>
                                        </p:attrNameLst>
                                      </p:cBhvr>
                                      <p:to>
                                        <p:strVal val="true"/>
                                      </p:to>
                                    </p:set>
                                  </p:childTnLst>
                                </p:cTn>
                              </p:par>
                              <p:par>
                                <p:cTn id="519" presetID="7" presetClass="emph" presetSubtype="2" fill="hold" nodeType="withEffect">
                                  <p:stCondLst>
                                    <p:cond delay="0"/>
                                  </p:stCondLst>
                                  <p:childTnLst>
                                    <p:animClr clrSpc="rgb" dir="cw">
                                      <p:cBhvr>
                                        <p:cTn id="520" dur="500" fill="hold"/>
                                        <p:tgtEl>
                                          <p:spTgt spid="75"/>
                                        </p:tgtEl>
                                        <p:attrNameLst>
                                          <p:attrName>stroke.color</p:attrName>
                                        </p:attrNameLst>
                                      </p:cBhvr>
                                      <p:to>
                                        <a:srgbClr val="FF0000"/>
                                      </p:to>
                                    </p:animClr>
                                    <p:set>
                                      <p:cBhvr>
                                        <p:cTn id="521" dur="500" fill="hold"/>
                                        <p:tgtEl>
                                          <p:spTgt spid="75"/>
                                        </p:tgtEl>
                                        <p:attrNameLst>
                                          <p:attrName>stroke.on</p:attrName>
                                        </p:attrNameLst>
                                      </p:cBhvr>
                                      <p:to>
                                        <p:strVal val="true"/>
                                      </p:to>
                                    </p:set>
                                  </p:childTnLst>
                                </p:cTn>
                              </p:par>
                              <p:par>
                                <p:cTn id="522" presetID="7" presetClass="emph" presetSubtype="2" fill="hold" nodeType="withEffect">
                                  <p:stCondLst>
                                    <p:cond delay="0"/>
                                  </p:stCondLst>
                                  <p:childTnLst>
                                    <p:animClr clrSpc="rgb" dir="cw">
                                      <p:cBhvr>
                                        <p:cTn id="523" dur="500" fill="hold"/>
                                        <p:tgtEl>
                                          <p:spTgt spid="76"/>
                                        </p:tgtEl>
                                        <p:attrNameLst>
                                          <p:attrName>stroke.color</p:attrName>
                                        </p:attrNameLst>
                                      </p:cBhvr>
                                      <p:to>
                                        <a:srgbClr val="FF0000"/>
                                      </p:to>
                                    </p:animClr>
                                    <p:set>
                                      <p:cBhvr>
                                        <p:cTn id="524" dur="500" fill="hold"/>
                                        <p:tgtEl>
                                          <p:spTgt spid="76"/>
                                        </p:tgtEl>
                                        <p:attrNameLst>
                                          <p:attrName>stroke.on</p:attrName>
                                        </p:attrNameLst>
                                      </p:cBhvr>
                                      <p:to>
                                        <p:strVal val="true"/>
                                      </p:to>
                                    </p:set>
                                  </p:childTnLst>
                                </p:cTn>
                              </p:par>
                              <p:par>
                                <p:cTn id="525" presetID="7" presetClass="emph" presetSubtype="2" fill="hold" nodeType="withEffect">
                                  <p:stCondLst>
                                    <p:cond delay="0"/>
                                  </p:stCondLst>
                                  <p:childTnLst>
                                    <p:animClr clrSpc="rgb" dir="cw">
                                      <p:cBhvr>
                                        <p:cTn id="526" dur="500" fill="hold"/>
                                        <p:tgtEl>
                                          <p:spTgt spid="77"/>
                                        </p:tgtEl>
                                        <p:attrNameLst>
                                          <p:attrName>stroke.color</p:attrName>
                                        </p:attrNameLst>
                                      </p:cBhvr>
                                      <p:to>
                                        <a:srgbClr val="FF0000"/>
                                      </p:to>
                                    </p:animClr>
                                    <p:set>
                                      <p:cBhvr>
                                        <p:cTn id="527" dur="500" fill="hold"/>
                                        <p:tgtEl>
                                          <p:spTgt spid="77"/>
                                        </p:tgtEl>
                                        <p:attrNameLst>
                                          <p:attrName>stroke.on</p:attrName>
                                        </p:attrNameLst>
                                      </p:cBhvr>
                                      <p:to>
                                        <p:strVal val="true"/>
                                      </p:to>
                                    </p:set>
                                  </p:childTnLst>
                                </p:cTn>
                              </p:par>
                              <p:par>
                                <p:cTn id="528" presetID="7" presetClass="emph" presetSubtype="2" fill="hold" nodeType="withEffect">
                                  <p:stCondLst>
                                    <p:cond delay="0"/>
                                  </p:stCondLst>
                                  <p:childTnLst>
                                    <p:animClr clrSpc="rgb" dir="cw">
                                      <p:cBhvr>
                                        <p:cTn id="529" dur="500" fill="hold"/>
                                        <p:tgtEl>
                                          <p:spTgt spid="78"/>
                                        </p:tgtEl>
                                        <p:attrNameLst>
                                          <p:attrName>stroke.color</p:attrName>
                                        </p:attrNameLst>
                                      </p:cBhvr>
                                      <p:to>
                                        <a:srgbClr val="FF0000"/>
                                      </p:to>
                                    </p:animClr>
                                    <p:set>
                                      <p:cBhvr>
                                        <p:cTn id="530" dur="500" fill="hold"/>
                                        <p:tgtEl>
                                          <p:spTgt spid="78"/>
                                        </p:tgtEl>
                                        <p:attrNameLst>
                                          <p:attrName>stroke.on</p:attrName>
                                        </p:attrNameLst>
                                      </p:cBhvr>
                                      <p:to>
                                        <p:strVal val="true"/>
                                      </p:to>
                                    </p:set>
                                  </p:childTnLst>
                                </p:cTn>
                              </p:par>
                              <p:par>
                                <p:cTn id="531" presetID="7" presetClass="emph" presetSubtype="2" fill="hold" nodeType="withEffect">
                                  <p:stCondLst>
                                    <p:cond delay="0"/>
                                  </p:stCondLst>
                                  <p:childTnLst>
                                    <p:animClr clrSpc="rgb" dir="cw">
                                      <p:cBhvr>
                                        <p:cTn id="532" dur="500" fill="hold"/>
                                        <p:tgtEl>
                                          <p:spTgt spid="79"/>
                                        </p:tgtEl>
                                        <p:attrNameLst>
                                          <p:attrName>stroke.color</p:attrName>
                                        </p:attrNameLst>
                                      </p:cBhvr>
                                      <p:to>
                                        <a:srgbClr val="FF0000"/>
                                      </p:to>
                                    </p:animClr>
                                    <p:set>
                                      <p:cBhvr>
                                        <p:cTn id="533" dur="500" fill="hold"/>
                                        <p:tgtEl>
                                          <p:spTgt spid="79"/>
                                        </p:tgtEl>
                                        <p:attrNameLst>
                                          <p:attrName>stroke.on</p:attrName>
                                        </p:attrNameLst>
                                      </p:cBhvr>
                                      <p:to>
                                        <p:strVal val="true"/>
                                      </p:to>
                                    </p:set>
                                  </p:childTnLst>
                                </p:cTn>
                              </p:par>
                              <p:par>
                                <p:cTn id="534" presetID="7" presetClass="emph" presetSubtype="2" fill="hold" nodeType="withEffect">
                                  <p:stCondLst>
                                    <p:cond delay="0"/>
                                  </p:stCondLst>
                                  <p:childTnLst>
                                    <p:animClr clrSpc="rgb" dir="cw">
                                      <p:cBhvr>
                                        <p:cTn id="535" dur="500" fill="hold"/>
                                        <p:tgtEl>
                                          <p:spTgt spid="80"/>
                                        </p:tgtEl>
                                        <p:attrNameLst>
                                          <p:attrName>stroke.color</p:attrName>
                                        </p:attrNameLst>
                                      </p:cBhvr>
                                      <p:to>
                                        <a:srgbClr val="FF0000"/>
                                      </p:to>
                                    </p:animClr>
                                    <p:set>
                                      <p:cBhvr>
                                        <p:cTn id="536" dur="500" fill="hold"/>
                                        <p:tgtEl>
                                          <p:spTgt spid="80"/>
                                        </p:tgtEl>
                                        <p:attrNameLst>
                                          <p:attrName>stroke.on</p:attrName>
                                        </p:attrNameLst>
                                      </p:cBhvr>
                                      <p:to>
                                        <p:strVal val="true"/>
                                      </p:to>
                                    </p:set>
                                  </p:childTnLst>
                                </p:cTn>
                              </p:par>
                              <p:par>
                                <p:cTn id="537" presetID="7" presetClass="emph" presetSubtype="2" fill="hold" nodeType="withEffect">
                                  <p:stCondLst>
                                    <p:cond delay="0"/>
                                  </p:stCondLst>
                                  <p:childTnLst>
                                    <p:animClr clrSpc="rgb" dir="cw">
                                      <p:cBhvr>
                                        <p:cTn id="538" dur="500" fill="hold"/>
                                        <p:tgtEl>
                                          <p:spTgt spid="81"/>
                                        </p:tgtEl>
                                        <p:attrNameLst>
                                          <p:attrName>stroke.color</p:attrName>
                                        </p:attrNameLst>
                                      </p:cBhvr>
                                      <p:to>
                                        <a:srgbClr val="FF0000"/>
                                      </p:to>
                                    </p:animClr>
                                    <p:set>
                                      <p:cBhvr>
                                        <p:cTn id="539" dur="500" fill="hold"/>
                                        <p:tgtEl>
                                          <p:spTgt spid="81"/>
                                        </p:tgtEl>
                                        <p:attrNameLst>
                                          <p:attrName>stroke.on</p:attrName>
                                        </p:attrNameLst>
                                      </p:cBhvr>
                                      <p:to>
                                        <p:strVal val="true"/>
                                      </p:to>
                                    </p:set>
                                  </p:childTnLst>
                                </p:cTn>
                              </p:par>
                              <p:par>
                                <p:cTn id="540" presetID="7" presetClass="emph" presetSubtype="2" fill="hold" nodeType="withEffect">
                                  <p:stCondLst>
                                    <p:cond delay="0"/>
                                  </p:stCondLst>
                                  <p:childTnLst>
                                    <p:animClr clrSpc="rgb" dir="cw">
                                      <p:cBhvr>
                                        <p:cTn id="541" dur="500" fill="hold"/>
                                        <p:tgtEl>
                                          <p:spTgt spid="82"/>
                                        </p:tgtEl>
                                        <p:attrNameLst>
                                          <p:attrName>stroke.color</p:attrName>
                                        </p:attrNameLst>
                                      </p:cBhvr>
                                      <p:to>
                                        <a:srgbClr val="FF0000"/>
                                      </p:to>
                                    </p:animClr>
                                    <p:set>
                                      <p:cBhvr>
                                        <p:cTn id="542" dur="500" fill="hold"/>
                                        <p:tgtEl>
                                          <p:spTgt spid="82"/>
                                        </p:tgtEl>
                                        <p:attrNameLst>
                                          <p:attrName>stroke.on</p:attrName>
                                        </p:attrNameLst>
                                      </p:cBhvr>
                                      <p:to>
                                        <p:strVal val="true"/>
                                      </p:to>
                                    </p:set>
                                  </p:childTnLst>
                                </p:cTn>
                              </p:par>
                              <p:par>
                                <p:cTn id="543" presetID="7" presetClass="emph" presetSubtype="2" fill="hold" nodeType="withEffect">
                                  <p:stCondLst>
                                    <p:cond delay="0"/>
                                  </p:stCondLst>
                                  <p:childTnLst>
                                    <p:animClr clrSpc="rgb" dir="cw">
                                      <p:cBhvr>
                                        <p:cTn id="544" dur="500" fill="hold"/>
                                        <p:tgtEl>
                                          <p:spTgt spid="83"/>
                                        </p:tgtEl>
                                        <p:attrNameLst>
                                          <p:attrName>stroke.color</p:attrName>
                                        </p:attrNameLst>
                                      </p:cBhvr>
                                      <p:to>
                                        <a:srgbClr val="FF0000"/>
                                      </p:to>
                                    </p:animClr>
                                    <p:set>
                                      <p:cBhvr>
                                        <p:cTn id="545" dur="500" fill="hold"/>
                                        <p:tgtEl>
                                          <p:spTgt spid="83"/>
                                        </p:tgtEl>
                                        <p:attrNameLst>
                                          <p:attrName>stroke.on</p:attrName>
                                        </p:attrNameLst>
                                      </p:cBhvr>
                                      <p:to>
                                        <p:strVal val="true"/>
                                      </p:to>
                                    </p:set>
                                  </p:childTnLst>
                                </p:cTn>
                              </p:par>
                              <p:par>
                                <p:cTn id="546" presetID="7" presetClass="emph" presetSubtype="2" fill="hold" nodeType="withEffect">
                                  <p:stCondLst>
                                    <p:cond delay="0"/>
                                  </p:stCondLst>
                                  <p:childTnLst>
                                    <p:animClr clrSpc="rgb" dir="cw">
                                      <p:cBhvr>
                                        <p:cTn id="547" dur="500" fill="hold"/>
                                        <p:tgtEl>
                                          <p:spTgt spid="84"/>
                                        </p:tgtEl>
                                        <p:attrNameLst>
                                          <p:attrName>stroke.color</p:attrName>
                                        </p:attrNameLst>
                                      </p:cBhvr>
                                      <p:to>
                                        <a:srgbClr val="FF0000"/>
                                      </p:to>
                                    </p:animClr>
                                    <p:set>
                                      <p:cBhvr>
                                        <p:cTn id="548" dur="500" fill="hold"/>
                                        <p:tgtEl>
                                          <p:spTgt spid="84"/>
                                        </p:tgtEl>
                                        <p:attrNameLst>
                                          <p:attrName>stroke.on</p:attrName>
                                        </p:attrNameLst>
                                      </p:cBhvr>
                                      <p:to>
                                        <p:strVal val="true"/>
                                      </p:to>
                                    </p:set>
                                  </p:childTnLst>
                                </p:cTn>
                              </p:par>
                              <p:par>
                                <p:cTn id="549" presetID="7" presetClass="emph" presetSubtype="2" fill="hold" nodeType="withEffect">
                                  <p:stCondLst>
                                    <p:cond delay="0"/>
                                  </p:stCondLst>
                                  <p:childTnLst>
                                    <p:animClr clrSpc="rgb" dir="cw">
                                      <p:cBhvr>
                                        <p:cTn id="550" dur="500" fill="hold"/>
                                        <p:tgtEl>
                                          <p:spTgt spid="97"/>
                                        </p:tgtEl>
                                        <p:attrNameLst>
                                          <p:attrName>stroke.color</p:attrName>
                                        </p:attrNameLst>
                                      </p:cBhvr>
                                      <p:to>
                                        <a:srgbClr val="FF0000"/>
                                      </p:to>
                                    </p:animClr>
                                    <p:set>
                                      <p:cBhvr>
                                        <p:cTn id="551" dur="500" fill="hold"/>
                                        <p:tgtEl>
                                          <p:spTgt spid="97"/>
                                        </p:tgtEl>
                                        <p:attrNameLst>
                                          <p:attrName>stroke.on</p:attrName>
                                        </p:attrNameLst>
                                      </p:cBhvr>
                                      <p:to>
                                        <p:strVal val="true"/>
                                      </p:to>
                                    </p:set>
                                  </p:childTnLst>
                                </p:cTn>
                              </p:par>
                              <p:par>
                                <p:cTn id="552" presetID="7" presetClass="emph" presetSubtype="2" fill="hold" nodeType="withEffect">
                                  <p:stCondLst>
                                    <p:cond delay="0"/>
                                  </p:stCondLst>
                                  <p:childTnLst>
                                    <p:animClr clrSpc="rgb" dir="cw">
                                      <p:cBhvr>
                                        <p:cTn id="553" dur="500" fill="hold"/>
                                        <p:tgtEl>
                                          <p:spTgt spid="98"/>
                                        </p:tgtEl>
                                        <p:attrNameLst>
                                          <p:attrName>stroke.color</p:attrName>
                                        </p:attrNameLst>
                                      </p:cBhvr>
                                      <p:to>
                                        <a:srgbClr val="FF0000"/>
                                      </p:to>
                                    </p:animClr>
                                    <p:set>
                                      <p:cBhvr>
                                        <p:cTn id="554" dur="500" fill="hold"/>
                                        <p:tgtEl>
                                          <p:spTgt spid="98"/>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P spid="14" grpId="0" animBg="1"/>
      <p:bldP spid="15" grpId="0" animBg="1"/>
      <p:bldP spid="16" grpId="0" animBg="1"/>
      <p:bldP spid="17" grpId="0" animBg="1"/>
      <p:bldP spid="19" grpId="0" animBg="1"/>
      <p:bldP spid="22" grpId="0" animBg="1"/>
      <p:bldP spid="22" grpId="1" animBg="1"/>
      <p:bldP spid="23" grpId="0" animBg="1"/>
      <p:bldP spid="23" grpId="1"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P spid="51" grpId="0" animBg="1"/>
      <p:bldP spid="53" grpId="0" animBg="1"/>
      <p:bldP spid="54" grpId="0" animBg="1"/>
      <p:bldP spid="55" grpId="0" animBg="1"/>
      <p:bldP spid="56" grpId="0" animBg="1"/>
      <p:bldP spid="57"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4" grpId="1" animBg="1"/>
      <p:bldP spid="97" grpId="0" animBg="1"/>
      <p:bldP spid="9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11" name="PB">
            <a:extLst>
              <a:ext uri="{FF2B5EF4-FFF2-40B4-BE49-F238E27FC236}">
                <a16:creationId xmlns:a16="http://schemas.microsoft.com/office/drawing/2014/main" id="{13990323-74EC-AABD-E6E2-EF7010DDB510}"/>
              </a:ext>
            </a:extLst>
          </p:cNvPr>
          <p:cNvSpPr/>
          <p:nvPr/>
        </p:nvSpPr>
        <p:spPr>
          <a:xfrm>
            <a:off x="0" y="6477000"/>
            <a:ext cx="2813539"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6" name="Google Shape;246;p6"/>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Projektumfeld</a:t>
            </a:r>
            <a:endParaRPr/>
          </a:p>
        </p:txBody>
      </p:sp>
      <p:sp>
        <p:nvSpPr>
          <p:cNvPr id="247" name="Google Shape;247;p6"/>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E325754E-B29F-4085-AAB6-85FB4FF52873}" type="datetime1">
              <a:rPr lang="de-DE" smtClean="0">
                <a:solidFill>
                  <a:schemeClr val="bg1"/>
                </a:solidFill>
              </a:rPr>
              <a:t>18.05.2026</a:t>
            </a:fld>
            <a:endParaRPr dirty="0">
              <a:solidFill>
                <a:schemeClr val="bg1"/>
              </a:solidFill>
            </a:endParaRPr>
          </a:p>
        </p:txBody>
      </p:sp>
      <p:sp>
        <p:nvSpPr>
          <p:cNvPr id="248" name="Google Shape;248;p6"/>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t>Timo Funk</a:t>
            </a:r>
            <a:endParaRPr dirty="0"/>
          </a:p>
        </p:txBody>
      </p:sp>
      <p:sp>
        <p:nvSpPr>
          <p:cNvPr id="249" name="Google Shape;249;p6"/>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latin typeface="Arial"/>
                <a:ea typeface="Arial"/>
                <a:cs typeface="Arial"/>
                <a:sym typeface="Arial"/>
              </a:rPr>
              <a:t>6</a:t>
            </a:fld>
            <a:r>
              <a:rPr lang="de-DE" dirty="0">
                <a:latin typeface="Arial"/>
                <a:ea typeface="Arial"/>
                <a:cs typeface="Arial"/>
                <a:sym typeface="Arial"/>
              </a:rPr>
              <a:t> / </a:t>
            </a:r>
            <a:r>
              <a:rPr lang="de-DE" dirty="0"/>
              <a:t>26</a:t>
            </a:r>
            <a:endParaRPr dirty="0"/>
          </a:p>
        </p:txBody>
      </p:sp>
      <p:sp>
        <p:nvSpPr>
          <p:cNvPr id="250" name="Google Shape;250;p6"/>
          <p:cNvSpPr/>
          <p:nvPr/>
        </p:nvSpPr>
        <p:spPr>
          <a:xfrm>
            <a:off x="2725757" y="2032936"/>
            <a:ext cx="6740485" cy="3639296"/>
          </a:xfrm>
          <a:custGeom>
            <a:avLst/>
            <a:gdLst/>
            <a:ahLst/>
            <a:cxnLst/>
            <a:rect l="l" t="t" r="r" b="b"/>
            <a:pathLst>
              <a:path w="6768752" h="4158729" extrusionOk="0">
                <a:moveTo>
                  <a:pt x="3384376" y="0"/>
                </a:moveTo>
                <a:lnTo>
                  <a:pt x="6768752" y="528224"/>
                </a:lnTo>
                <a:lnTo>
                  <a:pt x="6552728" y="528224"/>
                </a:lnTo>
                <a:lnTo>
                  <a:pt x="6552728" y="4158729"/>
                </a:lnTo>
                <a:lnTo>
                  <a:pt x="216024" y="4158729"/>
                </a:lnTo>
                <a:lnTo>
                  <a:pt x="216024" y="528224"/>
                </a:lnTo>
                <a:lnTo>
                  <a:pt x="0" y="528224"/>
                </a:lnTo>
                <a:close/>
              </a:path>
            </a:pathLst>
          </a:custGeom>
          <a:gradFill>
            <a:gsLst>
              <a:gs pos="0">
                <a:srgbClr val="1462AC"/>
              </a:gs>
              <a:gs pos="100000">
                <a:srgbClr val="D4E2F0"/>
              </a:gs>
            </a:gsLst>
            <a:lin ang="5400000" scaled="0"/>
          </a:gradFill>
          <a:ln>
            <a:noFill/>
          </a:ln>
          <a:effectLst>
            <a:outerShdw blurRad="50800" dist="38100" dir="2700000" algn="tl" rotWithShape="0">
              <a:srgbClr val="000000">
                <a:alpha val="40000"/>
              </a:srgbClr>
            </a:outerShdw>
          </a:effectLst>
        </p:spPr>
        <p:txBody>
          <a:bodyPr spcFirstLastPara="1" wrap="square" lIns="144000" tIns="144000" rIns="144000" bIns="1440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de-DE" sz="2400" b="1" i="0" u="none" strike="noStrike" cap="none">
                <a:solidFill>
                  <a:schemeClr val="lt1"/>
                </a:solidFill>
                <a:latin typeface="Arial"/>
                <a:ea typeface="Arial"/>
                <a:cs typeface="Arial"/>
                <a:sym typeface="Arial"/>
              </a:rPr>
              <a:t>FG Informationstechnologie</a:t>
            </a:r>
            <a:endParaRPr sz="1400" b="0" i="0" u="none" strike="noStrike" cap="none">
              <a:solidFill>
                <a:srgbClr val="000000"/>
              </a:solidFill>
              <a:latin typeface="Arial"/>
              <a:ea typeface="Arial"/>
              <a:cs typeface="Arial"/>
              <a:sym typeface="Arial"/>
            </a:endParaRPr>
          </a:p>
        </p:txBody>
      </p:sp>
      <p:sp>
        <p:nvSpPr>
          <p:cNvPr id="251" name="Google Shape;251;p6"/>
          <p:cNvSpPr/>
          <p:nvPr/>
        </p:nvSpPr>
        <p:spPr>
          <a:xfrm>
            <a:off x="3157869" y="3643510"/>
            <a:ext cx="2892929" cy="565146"/>
          </a:xfrm>
          <a:prstGeom prst="rect">
            <a:avLst/>
          </a:prstGeom>
          <a:solidFill>
            <a:schemeClr val="lt1"/>
          </a:solidFill>
          <a:ln w="12700" cap="flat" cmpd="sng">
            <a:solidFill>
              <a:srgbClr val="42719B"/>
            </a:solidFill>
            <a:prstDash val="solid"/>
            <a:miter lim="800000"/>
            <a:headEnd type="none" w="sm" len="sm"/>
            <a:tailEnd type="none" w="sm" len="sm"/>
          </a:ln>
        </p:spPr>
        <p:txBody>
          <a:bodyPr spcFirstLastPara="1" wrap="square" lIns="36000" tIns="36000" rIns="36000" bIns="36000" anchor="ctr" anchorCtr="0">
            <a:spAutoFit/>
          </a:bodyPr>
          <a:lstStyle/>
          <a:p>
            <a:pPr marL="0" marR="0" lvl="0" indent="0" algn="ctr" rtl="0">
              <a:lnSpc>
                <a:spcPct val="100000"/>
              </a:lnSpc>
              <a:spcBef>
                <a:spcPts val="0"/>
              </a:spcBef>
              <a:spcAft>
                <a:spcPts val="0"/>
              </a:spcAft>
              <a:buClr>
                <a:srgbClr val="000000"/>
              </a:buClr>
              <a:buSzPts val="1600"/>
              <a:buFont typeface="Arial"/>
              <a:buNone/>
            </a:pPr>
            <a:r>
              <a:rPr lang="de-DE" sz="1600" b="0" i="0" u="none" strike="noStrike" cap="none" dirty="0">
                <a:solidFill>
                  <a:schemeClr val="dk1"/>
                </a:solidFill>
                <a:latin typeface="Arial"/>
                <a:ea typeface="Arial"/>
                <a:cs typeface="Arial"/>
                <a:sym typeface="Arial"/>
              </a:rPr>
              <a:t>Team IT-Service und IT-Organisation</a:t>
            </a:r>
            <a:endParaRPr sz="1400" b="0" i="0" u="none" strike="noStrike" cap="none" dirty="0">
              <a:solidFill>
                <a:srgbClr val="000000"/>
              </a:solidFill>
              <a:latin typeface="Arial"/>
              <a:ea typeface="Arial"/>
              <a:cs typeface="Arial"/>
              <a:sym typeface="Arial"/>
            </a:endParaRPr>
          </a:p>
        </p:txBody>
      </p:sp>
      <p:sp>
        <p:nvSpPr>
          <p:cNvPr id="252" name="Google Shape;252;p6"/>
          <p:cNvSpPr/>
          <p:nvPr/>
        </p:nvSpPr>
        <p:spPr>
          <a:xfrm>
            <a:off x="6141202" y="4317827"/>
            <a:ext cx="2892929" cy="565146"/>
          </a:xfrm>
          <a:prstGeom prst="rect">
            <a:avLst/>
          </a:prstGeom>
          <a:solidFill>
            <a:schemeClr val="lt1"/>
          </a:solidFill>
          <a:ln w="12700" cap="flat" cmpd="sng">
            <a:solidFill>
              <a:srgbClr val="42719B"/>
            </a:solidFill>
            <a:prstDash val="solid"/>
            <a:miter lim="800000"/>
            <a:headEnd type="none" w="sm" len="sm"/>
            <a:tailEnd type="none" w="sm" len="sm"/>
          </a:ln>
        </p:spPr>
        <p:txBody>
          <a:bodyPr spcFirstLastPara="1" wrap="square" lIns="36000" tIns="36000" rIns="36000" bIns="36000" anchor="ctr" anchorCtr="0">
            <a:spAutoFit/>
          </a:bodyPr>
          <a:lstStyle/>
          <a:p>
            <a:pPr marL="0" marR="0" lvl="0" indent="0" algn="ctr" rtl="0">
              <a:lnSpc>
                <a:spcPct val="100000"/>
              </a:lnSpc>
              <a:spcBef>
                <a:spcPts val="0"/>
              </a:spcBef>
              <a:spcAft>
                <a:spcPts val="0"/>
              </a:spcAft>
              <a:buClr>
                <a:srgbClr val="000000"/>
              </a:buClr>
              <a:buSzPts val="1600"/>
              <a:buFont typeface="Arial"/>
              <a:buNone/>
            </a:pPr>
            <a:r>
              <a:rPr lang="de-DE" sz="1600" b="0" i="0" u="none" strike="noStrike" cap="none" dirty="0">
                <a:solidFill>
                  <a:schemeClr val="dk1"/>
                </a:solidFill>
                <a:latin typeface="Arial"/>
                <a:ea typeface="Arial"/>
                <a:cs typeface="Arial"/>
                <a:sym typeface="Arial"/>
              </a:rPr>
              <a:t>Team IT-Anwendungen und Verfahren</a:t>
            </a:r>
            <a:endParaRPr sz="1400" b="0" i="0" u="none" strike="noStrike" cap="none" dirty="0">
              <a:solidFill>
                <a:srgbClr val="000000"/>
              </a:solidFill>
              <a:latin typeface="Arial"/>
              <a:ea typeface="Arial"/>
              <a:cs typeface="Arial"/>
              <a:sym typeface="Arial"/>
            </a:endParaRPr>
          </a:p>
        </p:txBody>
      </p:sp>
      <p:sp>
        <p:nvSpPr>
          <p:cNvPr id="253" name="Google Shape;253;p6"/>
          <p:cNvSpPr/>
          <p:nvPr/>
        </p:nvSpPr>
        <p:spPr>
          <a:xfrm>
            <a:off x="3157868" y="4317919"/>
            <a:ext cx="2892929" cy="565146"/>
          </a:xfrm>
          <a:prstGeom prst="rect">
            <a:avLst/>
          </a:prstGeom>
          <a:solidFill>
            <a:schemeClr val="lt1"/>
          </a:solidFill>
          <a:ln w="12700" cap="flat" cmpd="sng">
            <a:solidFill>
              <a:srgbClr val="42719B"/>
            </a:solidFill>
            <a:prstDash val="solid"/>
            <a:miter lim="800000"/>
            <a:headEnd type="none" w="sm" len="sm"/>
            <a:tailEnd type="none" w="sm" len="sm"/>
          </a:ln>
        </p:spPr>
        <p:txBody>
          <a:bodyPr spcFirstLastPara="1" wrap="square" lIns="36000" tIns="36000" rIns="36000" bIns="36000" anchor="ctr" anchorCtr="0">
            <a:spAutoFit/>
          </a:bodyPr>
          <a:lstStyle/>
          <a:p>
            <a:pPr marL="0" marR="0" lvl="0" indent="0" algn="ctr" rtl="0">
              <a:lnSpc>
                <a:spcPct val="100000"/>
              </a:lnSpc>
              <a:spcBef>
                <a:spcPts val="0"/>
              </a:spcBef>
              <a:spcAft>
                <a:spcPts val="0"/>
              </a:spcAft>
              <a:buClr>
                <a:srgbClr val="000000"/>
              </a:buClr>
              <a:buSzPts val="1600"/>
              <a:buFont typeface="Arial"/>
              <a:buNone/>
            </a:pPr>
            <a:r>
              <a:rPr lang="de-DE" sz="1600" b="0" i="0" u="none" strike="noStrike" cap="none">
                <a:solidFill>
                  <a:schemeClr val="dk1"/>
                </a:solidFill>
                <a:latin typeface="Arial"/>
                <a:ea typeface="Arial"/>
                <a:cs typeface="Arial"/>
                <a:sym typeface="Arial"/>
              </a:rPr>
              <a:t>Team IT-Hardware und Infrastruktur</a:t>
            </a:r>
            <a:endParaRPr sz="1400" b="0" i="0" u="none" strike="noStrike" cap="none">
              <a:solidFill>
                <a:srgbClr val="000000"/>
              </a:solidFill>
              <a:latin typeface="Arial"/>
              <a:ea typeface="Arial"/>
              <a:cs typeface="Arial"/>
              <a:sym typeface="Arial"/>
            </a:endParaRPr>
          </a:p>
        </p:txBody>
      </p:sp>
      <p:sp>
        <p:nvSpPr>
          <p:cNvPr id="254" name="Google Shape;254;p6"/>
          <p:cNvSpPr/>
          <p:nvPr/>
        </p:nvSpPr>
        <p:spPr>
          <a:xfrm>
            <a:off x="3157869" y="2907713"/>
            <a:ext cx="5876262" cy="612000"/>
          </a:xfrm>
          <a:prstGeom prst="rect">
            <a:avLst/>
          </a:prstGeom>
          <a:solidFill>
            <a:srgbClr val="D4E2F0">
              <a:alpha val="80000"/>
            </a:srgbClr>
          </a:solidFill>
          <a:ln w="12700" cap="flat" cmpd="sng">
            <a:solidFill>
              <a:srgbClr val="1462AC"/>
            </a:solidFill>
            <a:prstDash val="solid"/>
            <a:miter lim="800000"/>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1800"/>
              <a:buFont typeface="Arial"/>
              <a:buNone/>
            </a:pPr>
            <a:r>
              <a:rPr lang="de-DE" sz="1800" b="1" i="0" u="none" strike="noStrike" cap="none">
                <a:solidFill>
                  <a:srgbClr val="1462AC"/>
                </a:solidFill>
                <a:latin typeface="Arial"/>
                <a:ea typeface="Arial"/>
                <a:cs typeface="Arial"/>
                <a:sym typeface="Arial"/>
              </a:rPr>
              <a:t>Fachgruppenleitung</a:t>
            </a:r>
            <a:endParaRPr sz="1400" b="0" i="0" u="none" strike="noStrike" cap="none">
              <a:solidFill>
                <a:srgbClr val="000000"/>
              </a:solidFill>
              <a:latin typeface="Arial"/>
              <a:ea typeface="Arial"/>
              <a:cs typeface="Arial"/>
              <a:sym typeface="Arial"/>
            </a:endParaRPr>
          </a:p>
        </p:txBody>
      </p:sp>
      <p:sp>
        <p:nvSpPr>
          <p:cNvPr id="255" name="Google Shape;255;p6"/>
          <p:cNvSpPr/>
          <p:nvPr/>
        </p:nvSpPr>
        <p:spPr>
          <a:xfrm>
            <a:off x="3157869" y="5054189"/>
            <a:ext cx="5876262" cy="355007"/>
          </a:xfrm>
          <a:prstGeom prst="rect">
            <a:avLst/>
          </a:prstGeom>
          <a:solidFill>
            <a:srgbClr val="D4E2F0">
              <a:alpha val="80000"/>
            </a:srgbClr>
          </a:solidFill>
          <a:ln w="12700" cap="flat" cmpd="sng">
            <a:solidFill>
              <a:srgbClr val="1462AC"/>
            </a:solidFill>
            <a:prstDash val="solid"/>
            <a:miter lim="800000"/>
            <a:headEnd type="none" w="sm" len="sm"/>
            <a:tailEnd type="none" w="sm" len="sm"/>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1600"/>
              <a:buFont typeface="Arial"/>
              <a:buNone/>
            </a:pPr>
            <a:r>
              <a:rPr lang="de-DE" sz="1600" b="0" i="0" u="none" strike="noStrike" cap="none">
                <a:solidFill>
                  <a:schemeClr val="dk1"/>
                </a:solidFill>
                <a:latin typeface="Arial"/>
                <a:ea typeface="Arial"/>
                <a:cs typeface="Arial"/>
                <a:sym typeface="Arial"/>
              </a:rPr>
              <a:t>regionale IT-Systemadministration</a:t>
            </a:r>
            <a:endParaRPr sz="1400" b="0" i="0" u="none" strike="noStrike" cap="none">
              <a:solidFill>
                <a:srgbClr val="000000"/>
              </a:solidFill>
              <a:latin typeface="Arial"/>
              <a:ea typeface="Arial"/>
              <a:cs typeface="Arial"/>
              <a:sym typeface="Arial"/>
            </a:endParaRPr>
          </a:p>
        </p:txBody>
      </p:sp>
      <p:sp>
        <p:nvSpPr>
          <p:cNvPr id="257" name="Google Shape;257;p6"/>
          <p:cNvSpPr/>
          <p:nvPr/>
        </p:nvSpPr>
        <p:spPr>
          <a:xfrm>
            <a:off x="9665208" y="2504278"/>
            <a:ext cx="2057400" cy="3167954"/>
          </a:xfrm>
          <a:prstGeom prst="roundRect">
            <a:avLst>
              <a:gd name="adj" fmla="val 16667"/>
            </a:avLst>
          </a:prstGeom>
          <a:solidFill>
            <a:srgbClr val="0059BC"/>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2" name="Google Shape;262;p6"/>
          <p:cNvSpPr txBox="1"/>
          <p:nvPr/>
        </p:nvSpPr>
        <p:spPr>
          <a:xfrm>
            <a:off x="0" y="2369694"/>
            <a:ext cx="190122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
        <p:nvSpPr>
          <p:cNvPr id="263" name="Google Shape;263;p6"/>
          <p:cNvSpPr/>
          <p:nvPr/>
        </p:nvSpPr>
        <p:spPr>
          <a:xfrm>
            <a:off x="6141202" y="3643510"/>
            <a:ext cx="2892929" cy="565146"/>
          </a:xfrm>
          <a:prstGeom prst="rect">
            <a:avLst/>
          </a:prstGeom>
          <a:solidFill>
            <a:schemeClr val="l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de-DE" sz="1600" b="0" i="0" u="none" strike="noStrike" cap="none" dirty="0">
                <a:solidFill>
                  <a:srgbClr val="000000"/>
                </a:solidFill>
                <a:latin typeface="Arial"/>
                <a:ea typeface="Arial"/>
                <a:cs typeface="Arial"/>
                <a:sym typeface="Arial"/>
              </a:rPr>
              <a:t>Team SAP-Systeme</a:t>
            </a:r>
            <a:endParaRPr sz="1400" b="0" i="0" u="none" strike="noStrike" cap="none" dirty="0">
              <a:solidFill>
                <a:srgbClr val="000000"/>
              </a:solidFill>
              <a:latin typeface="Arial"/>
              <a:ea typeface="Arial"/>
              <a:cs typeface="Arial"/>
              <a:sym typeface="Arial"/>
            </a:endParaRPr>
          </a:p>
        </p:txBody>
      </p:sp>
      <p:pic>
        <p:nvPicPr>
          <p:cNvPr id="1026" name="Picture 2" descr="Gps - Free maps and location icons">
            <a:extLst>
              <a:ext uri="{FF2B5EF4-FFF2-40B4-BE49-F238E27FC236}">
                <a16:creationId xmlns:a16="http://schemas.microsoft.com/office/drawing/2014/main" id="{46752B32-74D2-DC80-09CA-3149E9663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3964" y="4848499"/>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Verwaltung - Kostenlose formen und symbole-Icons">
            <a:extLst>
              <a:ext uri="{FF2B5EF4-FFF2-40B4-BE49-F238E27FC236}">
                <a16:creationId xmlns:a16="http://schemas.microsoft.com/office/drawing/2014/main" id="{FB0415C6-1985-3147-7896-2DB6BD6388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38000" y="2923510"/>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uilding information modeling - Free real estate icons">
            <a:extLst>
              <a:ext uri="{FF2B5EF4-FFF2-40B4-BE49-F238E27FC236}">
                <a16:creationId xmlns:a16="http://schemas.microsoft.com/office/drawing/2014/main" id="{54DAC62F-8292-B9C6-6983-12F4C2FD7F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73908" y="3519713"/>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okumentenmanagement - Kostenlose -Icons">
            <a:extLst>
              <a:ext uri="{FF2B5EF4-FFF2-40B4-BE49-F238E27FC236}">
                <a16:creationId xmlns:a16="http://schemas.microsoft.com/office/drawing/2014/main" id="{89D018B8-30AE-6775-D353-6857354757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32252" y="4128499"/>
            <a:ext cx="720000" cy="72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3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11" name="PB">
            <a:extLst>
              <a:ext uri="{FF2B5EF4-FFF2-40B4-BE49-F238E27FC236}">
                <a16:creationId xmlns:a16="http://schemas.microsoft.com/office/drawing/2014/main" id="{A93D1812-333E-C1ED-3E69-D014A934E066}"/>
              </a:ext>
            </a:extLst>
          </p:cNvPr>
          <p:cNvSpPr/>
          <p:nvPr/>
        </p:nvSpPr>
        <p:spPr>
          <a:xfrm>
            <a:off x="0" y="6477000"/>
            <a:ext cx="3282462"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8" name="Google Shape;268;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a:t>Planung</a:t>
            </a:r>
            <a:endParaRPr/>
          </a:p>
        </p:txBody>
      </p:sp>
      <p:sp>
        <p:nvSpPr>
          <p:cNvPr id="269" name="Google Shape;269;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888888"/>
              </a:buClr>
              <a:buSzPct val="100000"/>
              <a:buNone/>
            </a:pPr>
            <a:r>
              <a:rPr lang="de-DE" dirty="0"/>
              <a:t>Ist-Analyse</a:t>
            </a:r>
            <a:endParaRPr dirty="0"/>
          </a:p>
          <a:p>
            <a:pPr marL="0" lvl="0" indent="0" algn="l" rtl="0">
              <a:lnSpc>
                <a:spcPct val="90000"/>
              </a:lnSpc>
              <a:spcBef>
                <a:spcPts val="1000"/>
              </a:spcBef>
              <a:spcAft>
                <a:spcPts val="0"/>
              </a:spcAft>
              <a:buClr>
                <a:srgbClr val="888888"/>
              </a:buClr>
              <a:buSzPct val="100000"/>
              <a:buNone/>
            </a:pPr>
            <a:r>
              <a:rPr lang="de-DE" dirty="0"/>
              <a:t>Problemdarstellung</a:t>
            </a:r>
            <a:endParaRPr dirty="0"/>
          </a:p>
          <a:p>
            <a:pPr marL="0" lvl="0" indent="0" algn="l" rtl="0">
              <a:lnSpc>
                <a:spcPct val="90000"/>
              </a:lnSpc>
              <a:spcBef>
                <a:spcPts val="1000"/>
              </a:spcBef>
              <a:spcAft>
                <a:spcPts val="0"/>
              </a:spcAft>
              <a:buClr>
                <a:srgbClr val="888888"/>
              </a:buClr>
              <a:buSzPct val="100000"/>
              <a:buNone/>
            </a:pPr>
            <a:r>
              <a:rPr lang="de-DE" dirty="0"/>
              <a:t>Anforderungen</a:t>
            </a:r>
            <a:endParaRPr dirty="0"/>
          </a:p>
          <a:p>
            <a:pPr marL="0" lvl="0" indent="0" algn="l" rtl="0">
              <a:lnSpc>
                <a:spcPct val="90000"/>
              </a:lnSpc>
              <a:spcBef>
                <a:spcPts val="1000"/>
              </a:spcBef>
              <a:spcAft>
                <a:spcPts val="0"/>
              </a:spcAft>
              <a:buClr>
                <a:srgbClr val="888888"/>
              </a:buClr>
              <a:buSzPct val="100000"/>
              <a:buNone/>
            </a:pPr>
            <a:r>
              <a:rPr lang="de-DE" dirty="0"/>
              <a:t>Soll-Konzept</a:t>
            </a:r>
            <a:endParaRPr dirty="0"/>
          </a:p>
        </p:txBody>
      </p:sp>
      <p:sp>
        <p:nvSpPr>
          <p:cNvPr id="270" name="Google Shape;270;p7"/>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0AD286AA-96BD-49A1-9BAA-385ACD92FB72}" type="datetime1">
              <a:rPr lang="de-DE" smtClean="0">
                <a:solidFill>
                  <a:schemeClr val="bg1"/>
                </a:solidFill>
              </a:rPr>
              <a:t>18.05.2026</a:t>
            </a:fld>
            <a:endParaRPr dirty="0">
              <a:solidFill>
                <a:schemeClr val="bg1"/>
              </a:solidFill>
            </a:endParaRPr>
          </a:p>
        </p:txBody>
      </p:sp>
      <p:sp>
        <p:nvSpPr>
          <p:cNvPr id="271" name="Google Shape;271;p7"/>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a:t>Timo Funk</a:t>
            </a:r>
            <a:endParaRPr/>
          </a:p>
        </p:txBody>
      </p:sp>
      <p:sp>
        <p:nvSpPr>
          <p:cNvPr id="272" name="Google Shape;272;p7"/>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latin typeface="Arial"/>
                <a:ea typeface="Arial"/>
                <a:cs typeface="Arial"/>
                <a:sym typeface="Arial"/>
              </a:rPr>
              <a:t>7</a:t>
            </a:fld>
            <a:r>
              <a:rPr lang="de-DE" dirty="0">
                <a:latin typeface="Arial"/>
                <a:ea typeface="Arial"/>
                <a:cs typeface="Arial"/>
                <a:sym typeface="Arial"/>
              </a:rPr>
              <a:t> / 2</a:t>
            </a:r>
            <a:r>
              <a:rPr lang="de-DE" dirty="0"/>
              <a:t>6</a:t>
            </a:r>
            <a:endParaRPr dirty="0"/>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7" name="PB">
            <a:extLst>
              <a:ext uri="{FF2B5EF4-FFF2-40B4-BE49-F238E27FC236}">
                <a16:creationId xmlns:a16="http://schemas.microsoft.com/office/drawing/2014/main" id="{92F085B9-37AE-82BF-0ED9-5EDA6F27C293}"/>
              </a:ext>
            </a:extLst>
          </p:cNvPr>
          <p:cNvSpPr/>
          <p:nvPr/>
        </p:nvSpPr>
        <p:spPr>
          <a:xfrm>
            <a:off x="0" y="6477000"/>
            <a:ext cx="3751385"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8" name="Google Shape;278;p8"/>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latin typeface="Arial"/>
                <a:ea typeface="Arial"/>
                <a:cs typeface="Arial"/>
                <a:sym typeface="Arial"/>
              </a:rPr>
              <a:t>Ist-Analyse</a:t>
            </a:r>
            <a:endParaRPr/>
          </a:p>
        </p:txBody>
      </p:sp>
      <p:sp>
        <p:nvSpPr>
          <p:cNvPr id="279" name="Google Shape;279;p8"/>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7CEABFC7-3339-440A-8311-AC0BA83A8482}" type="datetime1">
              <a:rPr lang="de-DE" smtClean="0">
                <a:solidFill>
                  <a:schemeClr val="bg1"/>
                </a:solidFill>
              </a:rPr>
              <a:t>18.05.2026</a:t>
            </a:fld>
            <a:endParaRPr dirty="0">
              <a:solidFill>
                <a:schemeClr val="bg1"/>
              </a:solidFill>
            </a:endParaRPr>
          </a:p>
        </p:txBody>
      </p:sp>
      <p:sp>
        <p:nvSpPr>
          <p:cNvPr id="280" name="Google Shape;280;p8"/>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a:t>Timo Funk</a:t>
            </a:r>
            <a:endParaRPr/>
          </a:p>
        </p:txBody>
      </p:sp>
      <p:sp>
        <p:nvSpPr>
          <p:cNvPr id="281" name="Google Shape;281;p8"/>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latin typeface="Arial"/>
                <a:ea typeface="Arial"/>
                <a:cs typeface="Arial"/>
                <a:sym typeface="Arial"/>
              </a:rPr>
              <a:t>8</a:t>
            </a:fld>
            <a:r>
              <a:rPr lang="de-DE" dirty="0">
                <a:latin typeface="Arial"/>
                <a:ea typeface="Arial"/>
                <a:cs typeface="Arial"/>
                <a:sym typeface="Arial"/>
              </a:rPr>
              <a:t> / 26</a:t>
            </a:r>
            <a:endParaRPr dirty="0"/>
          </a:p>
        </p:txBody>
      </p:sp>
      <p:sp>
        <p:nvSpPr>
          <p:cNvPr id="297" name="Google Shape;297;p8"/>
          <p:cNvSpPr txBox="1"/>
          <p:nvPr/>
        </p:nvSpPr>
        <p:spPr>
          <a:xfrm>
            <a:off x="0" y="2369694"/>
            <a:ext cx="190122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grpSp>
        <p:nvGrpSpPr>
          <p:cNvPr id="7" name="Gruppieren 6">
            <a:extLst>
              <a:ext uri="{FF2B5EF4-FFF2-40B4-BE49-F238E27FC236}">
                <a16:creationId xmlns:a16="http://schemas.microsoft.com/office/drawing/2014/main" id="{1BFBBD78-C583-D2BE-54E3-3DDF93173B26}"/>
              </a:ext>
            </a:extLst>
          </p:cNvPr>
          <p:cNvGrpSpPr/>
          <p:nvPr/>
        </p:nvGrpSpPr>
        <p:grpSpPr>
          <a:xfrm>
            <a:off x="2574711" y="2066081"/>
            <a:ext cx="2359270" cy="3719938"/>
            <a:chOff x="2574711" y="2066081"/>
            <a:chExt cx="2359270" cy="3719938"/>
          </a:xfrm>
        </p:grpSpPr>
        <p:grpSp>
          <p:nvGrpSpPr>
            <p:cNvPr id="292" name="Google Shape;292;p8"/>
            <p:cNvGrpSpPr/>
            <p:nvPr/>
          </p:nvGrpSpPr>
          <p:grpSpPr>
            <a:xfrm>
              <a:off x="2574711" y="2066081"/>
              <a:ext cx="2359270" cy="3719938"/>
              <a:chOff x="2404342" y="2295340"/>
              <a:chExt cx="1530900" cy="2413820"/>
            </a:xfrm>
          </p:grpSpPr>
          <p:grpSp>
            <p:nvGrpSpPr>
              <p:cNvPr id="293" name="Google Shape;293;p8"/>
              <p:cNvGrpSpPr/>
              <p:nvPr/>
            </p:nvGrpSpPr>
            <p:grpSpPr>
              <a:xfrm>
                <a:off x="2404342" y="2295340"/>
                <a:ext cx="1530900" cy="2413820"/>
                <a:chOff x="2404342" y="2295340"/>
                <a:chExt cx="1530900" cy="2413820"/>
              </a:xfrm>
            </p:grpSpPr>
            <p:sp>
              <p:nvSpPr>
                <p:cNvPr id="294" name="Google Shape;294;p8"/>
                <p:cNvSpPr/>
                <p:nvPr/>
              </p:nvSpPr>
              <p:spPr>
                <a:xfrm>
                  <a:off x="2404342" y="2295340"/>
                  <a:ext cx="1530860" cy="2413820"/>
                </a:xfrm>
                <a:prstGeom prst="roundRect">
                  <a:avLst>
                    <a:gd name="adj" fmla="val 16667"/>
                  </a:avLst>
                </a:prstGeom>
                <a:solidFill>
                  <a:schemeClr val="lt2"/>
                </a:solidFill>
                <a:ln>
                  <a:noFill/>
                </a:ln>
              </p:spPr>
              <p:txBody>
                <a:bodyPr spcFirstLastPara="1" wrap="square" lIns="140900" tIns="70425" rIns="140900" bIns="70425" anchor="ctr" anchorCtr="0">
                  <a:noAutofit/>
                </a:bodyPr>
                <a:lstStyle/>
                <a:p>
                  <a:pPr marL="0" marR="0" lvl="0" indent="0" algn="ctr" rtl="0">
                    <a:lnSpc>
                      <a:spcPct val="100000"/>
                    </a:lnSpc>
                    <a:spcBef>
                      <a:spcPts val="0"/>
                    </a:spcBef>
                    <a:spcAft>
                      <a:spcPts val="0"/>
                    </a:spcAft>
                    <a:buClr>
                      <a:srgbClr val="000000"/>
                    </a:buClr>
                    <a:buSzPts val="2774"/>
                    <a:buFont typeface="Arial"/>
                    <a:buNone/>
                  </a:pPr>
                  <a:endParaRPr sz="2774" b="0" i="0" u="none" strike="noStrike" cap="none">
                    <a:solidFill>
                      <a:schemeClr val="lt1"/>
                    </a:solidFill>
                    <a:latin typeface="Calibri"/>
                    <a:ea typeface="Calibri"/>
                    <a:cs typeface="Calibri"/>
                    <a:sym typeface="Calibri"/>
                  </a:endParaRPr>
                </a:p>
              </p:txBody>
            </p:sp>
            <p:sp>
              <p:nvSpPr>
                <p:cNvPr id="295" name="Google Shape;295;p8"/>
                <p:cNvSpPr txBox="1"/>
                <p:nvPr/>
              </p:nvSpPr>
              <p:spPr>
                <a:xfrm>
                  <a:off x="2404342" y="3561784"/>
                  <a:ext cx="1530900" cy="708000"/>
                </a:xfrm>
                <a:prstGeom prst="rect">
                  <a:avLst/>
                </a:prstGeom>
                <a:noFill/>
                <a:ln>
                  <a:noFill/>
                </a:ln>
              </p:spPr>
              <p:txBody>
                <a:bodyPr spcFirstLastPara="1" wrap="square" lIns="140900" tIns="70425" rIns="140900" bIns="70425" anchor="t" anchorCtr="0">
                  <a:spAutoFit/>
                </a:bodyPr>
                <a:lstStyle/>
                <a:p>
                  <a:pPr marL="0" marR="0" lvl="0" indent="0" algn="ctr" rtl="0">
                    <a:lnSpc>
                      <a:spcPct val="100000"/>
                    </a:lnSpc>
                    <a:spcBef>
                      <a:spcPts val="0"/>
                    </a:spcBef>
                    <a:spcAft>
                      <a:spcPts val="0"/>
                    </a:spcAft>
                    <a:buClr>
                      <a:srgbClr val="000000"/>
                    </a:buClr>
                    <a:buSzPts val="3082"/>
                    <a:buFont typeface="Arial"/>
                    <a:buNone/>
                  </a:pPr>
                  <a:r>
                    <a:rPr lang="de-DE" sz="3082" dirty="0">
                      <a:solidFill>
                        <a:schemeClr val="dk1"/>
                      </a:solidFill>
                    </a:rPr>
                    <a:t>b</a:t>
                  </a:r>
                  <a:r>
                    <a:rPr lang="de-DE" sz="3082" b="0" i="0" u="none" strike="noStrike" cap="none" dirty="0">
                      <a:solidFill>
                        <a:schemeClr val="dk1"/>
                      </a:solidFill>
                      <a:latin typeface="Arial"/>
                      <a:ea typeface="Arial"/>
                      <a:cs typeface="Arial"/>
                      <a:sym typeface="Arial"/>
                    </a:rPr>
                    <a:t>estehende Funktionen</a:t>
                  </a:r>
                  <a:endParaRPr sz="2157" b="0" i="0" u="none" strike="noStrike" cap="none" dirty="0">
                    <a:solidFill>
                      <a:srgbClr val="000000"/>
                    </a:solidFill>
                    <a:latin typeface="Arial"/>
                    <a:ea typeface="Arial"/>
                    <a:cs typeface="Arial"/>
                    <a:sym typeface="Arial"/>
                  </a:endParaRPr>
                </a:p>
              </p:txBody>
            </p:sp>
          </p:grpSp>
          <p:sp>
            <p:nvSpPr>
              <p:cNvPr id="296" name="Google Shape;296;p8"/>
              <p:cNvSpPr/>
              <p:nvPr/>
            </p:nvSpPr>
            <p:spPr>
              <a:xfrm>
                <a:off x="2580144" y="2387321"/>
                <a:ext cx="1190194" cy="1190194"/>
              </a:xfrm>
              <a:prstGeom prst="roundRect">
                <a:avLst>
                  <a:gd name="adj" fmla="val 16667"/>
                </a:avLst>
              </a:prstGeom>
              <a:solidFill>
                <a:srgbClr val="AEABAB"/>
              </a:solidFill>
              <a:ln>
                <a:noFill/>
              </a:ln>
            </p:spPr>
            <p:txBody>
              <a:bodyPr spcFirstLastPara="1" wrap="square" lIns="140900" tIns="70425" rIns="140900" bIns="70425" anchor="ctr" anchorCtr="0">
                <a:noAutofit/>
              </a:bodyPr>
              <a:lstStyle/>
              <a:p>
                <a:pPr marL="0" marR="0" lvl="0" indent="0" algn="ctr" rtl="0">
                  <a:lnSpc>
                    <a:spcPct val="100000"/>
                  </a:lnSpc>
                  <a:spcBef>
                    <a:spcPts val="0"/>
                  </a:spcBef>
                  <a:spcAft>
                    <a:spcPts val="0"/>
                  </a:spcAft>
                  <a:buClr>
                    <a:srgbClr val="000000"/>
                  </a:buClr>
                  <a:buSzPts val="2774"/>
                  <a:buFont typeface="Arial"/>
                  <a:buNone/>
                </a:pPr>
                <a:endParaRPr sz="2774" b="0" i="0" u="none" strike="noStrike" cap="none">
                  <a:solidFill>
                    <a:srgbClr val="000000"/>
                  </a:solidFill>
                  <a:latin typeface="Calibri"/>
                  <a:ea typeface="Calibri"/>
                  <a:cs typeface="Calibri"/>
                  <a:sym typeface="Calibri"/>
                </a:endParaRPr>
              </a:p>
            </p:txBody>
          </p:sp>
        </p:grpSp>
        <p:grpSp>
          <p:nvGrpSpPr>
            <p:cNvPr id="2" name="Gruppieren 1">
              <a:extLst>
                <a:ext uri="{FF2B5EF4-FFF2-40B4-BE49-F238E27FC236}">
                  <a16:creationId xmlns:a16="http://schemas.microsoft.com/office/drawing/2014/main" id="{B4AAE2F6-25FF-7DB3-F3E4-83BFC83B4BD3}"/>
                </a:ext>
              </a:extLst>
            </p:cNvPr>
            <p:cNvGrpSpPr/>
            <p:nvPr/>
          </p:nvGrpSpPr>
          <p:grpSpPr>
            <a:xfrm>
              <a:off x="2950225" y="2318725"/>
              <a:ext cx="1614550" cy="1637702"/>
              <a:chOff x="2950225" y="2318725"/>
              <a:chExt cx="1614550" cy="1637702"/>
            </a:xfrm>
          </p:grpSpPr>
          <p:pic>
            <p:nvPicPr>
              <p:cNvPr id="298" name="Google Shape;298;p8"/>
              <p:cNvPicPr preferRelativeResize="0"/>
              <p:nvPr/>
            </p:nvPicPr>
            <p:blipFill>
              <a:blip r:embed="rId3">
                <a:alphaModFix/>
              </a:blip>
              <a:stretch>
                <a:fillRect/>
              </a:stretch>
            </p:blipFill>
            <p:spPr>
              <a:xfrm>
                <a:off x="2950226" y="2318727"/>
                <a:ext cx="747375" cy="747375"/>
              </a:xfrm>
              <a:prstGeom prst="rect">
                <a:avLst/>
              </a:prstGeom>
              <a:noFill/>
              <a:ln>
                <a:noFill/>
              </a:ln>
            </p:spPr>
          </p:pic>
          <p:pic>
            <p:nvPicPr>
              <p:cNvPr id="299" name="Google Shape;299;p8"/>
              <p:cNvPicPr preferRelativeResize="0"/>
              <p:nvPr/>
            </p:nvPicPr>
            <p:blipFill>
              <a:blip r:embed="rId4">
                <a:alphaModFix/>
              </a:blip>
              <a:stretch>
                <a:fillRect/>
              </a:stretch>
            </p:blipFill>
            <p:spPr>
              <a:xfrm>
                <a:off x="3817400" y="2318725"/>
                <a:ext cx="747375" cy="747375"/>
              </a:xfrm>
              <a:prstGeom prst="rect">
                <a:avLst/>
              </a:prstGeom>
              <a:noFill/>
              <a:ln>
                <a:noFill/>
              </a:ln>
            </p:spPr>
          </p:pic>
          <p:pic>
            <p:nvPicPr>
              <p:cNvPr id="300" name="Google Shape;300;p8"/>
              <p:cNvPicPr preferRelativeResize="0"/>
              <p:nvPr/>
            </p:nvPicPr>
            <p:blipFill>
              <a:blip r:embed="rId5">
                <a:alphaModFix/>
              </a:blip>
              <a:stretch>
                <a:fillRect/>
              </a:stretch>
            </p:blipFill>
            <p:spPr>
              <a:xfrm>
                <a:off x="2950225" y="3209073"/>
                <a:ext cx="747375" cy="747354"/>
              </a:xfrm>
              <a:prstGeom prst="rect">
                <a:avLst/>
              </a:prstGeom>
              <a:noFill/>
              <a:ln>
                <a:noFill/>
              </a:ln>
            </p:spPr>
          </p:pic>
          <p:pic>
            <p:nvPicPr>
              <p:cNvPr id="301" name="Google Shape;301;p8"/>
              <p:cNvPicPr preferRelativeResize="0"/>
              <p:nvPr/>
            </p:nvPicPr>
            <p:blipFill>
              <a:blip r:embed="rId6">
                <a:alphaModFix/>
              </a:blip>
              <a:stretch>
                <a:fillRect/>
              </a:stretch>
            </p:blipFill>
            <p:spPr>
              <a:xfrm>
                <a:off x="3811805" y="3200177"/>
                <a:ext cx="747375" cy="747375"/>
              </a:xfrm>
              <a:prstGeom prst="rect">
                <a:avLst/>
              </a:prstGeom>
              <a:noFill/>
              <a:ln>
                <a:noFill/>
              </a:ln>
            </p:spPr>
          </p:pic>
        </p:grpSp>
      </p:grpSp>
      <p:grpSp>
        <p:nvGrpSpPr>
          <p:cNvPr id="6" name="Gruppieren 5">
            <a:extLst>
              <a:ext uri="{FF2B5EF4-FFF2-40B4-BE49-F238E27FC236}">
                <a16:creationId xmlns:a16="http://schemas.microsoft.com/office/drawing/2014/main" id="{AC0BB132-9408-DBBA-C44F-1F4021771BB9}"/>
              </a:ext>
            </a:extLst>
          </p:cNvPr>
          <p:cNvGrpSpPr/>
          <p:nvPr/>
        </p:nvGrpSpPr>
        <p:grpSpPr>
          <a:xfrm>
            <a:off x="5417110" y="2065960"/>
            <a:ext cx="2359208" cy="3720179"/>
            <a:chOff x="5417110" y="2065960"/>
            <a:chExt cx="2359208" cy="3720179"/>
          </a:xfrm>
        </p:grpSpPr>
        <p:grpSp>
          <p:nvGrpSpPr>
            <p:cNvPr id="282" name="Google Shape;282;p8"/>
            <p:cNvGrpSpPr/>
            <p:nvPr/>
          </p:nvGrpSpPr>
          <p:grpSpPr>
            <a:xfrm>
              <a:off x="5417110" y="2065960"/>
              <a:ext cx="2359208" cy="3720179"/>
              <a:chOff x="2404342" y="2295340"/>
              <a:chExt cx="1530860" cy="2413820"/>
            </a:xfrm>
          </p:grpSpPr>
          <p:grpSp>
            <p:nvGrpSpPr>
              <p:cNvPr id="283" name="Google Shape;283;p8"/>
              <p:cNvGrpSpPr/>
              <p:nvPr/>
            </p:nvGrpSpPr>
            <p:grpSpPr>
              <a:xfrm>
                <a:off x="2404342" y="2295340"/>
                <a:ext cx="1530860" cy="2413820"/>
                <a:chOff x="2404342" y="2295340"/>
                <a:chExt cx="1530860" cy="2413820"/>
              </a:xfrm>
            </p:grpSpPr>
            <p:sp>
              <p:nvSpPr>
                <p:cNvPr id="284" name="Google Shape;284;p8"/>
                <p:cNvSpPr/>
                <p:nvPr/>
              </p:nvSpPr>
              <p:spPr>
                <a:xfrm>
                  <a:off x="2404342" y="2295340"/>
                  <a:ext cx="1530860" cy="2413820"/>
                </a:xfrm>
                <a:prstGeom prst="roundRect">
                  <a:avLst>
                    <a:gd name="adj" fmla="val 16667"/>
                  </a:avLst>
                </a:prstGeom>
                <a:solidFill>
                  <a:schemeClr val="lt2"/>
                </a:solidFill>
                <a:ln>
                  <a:noFill/>
                </a:ln>
              </p:spPr>
              <p:txBody>
                <a:bodyPr spcFirstLastPara="1" wrap="square" lIns="140900" tIns="70425" rIns="140900" bIns="70425" anchor="ctr" anchorCtr="0">
                  <a:noAutofit/>
                </a:bodyPr>
                <a:lstStyle/>
                <a:p>
                  <a:pPr marL="0" marR="0" lvl="0" indent="0" algn="ctr" rtl="0">
                    <a:lnSpc>
                      <a:spcPct val="100000"/>
                    </a:lnSpc>
                    <a:spcBef>
                      <a:spcPts val="0"/>
                    </a:spcBef>
                    <a:spcAft>
                      <a:spcPts val="0"/>
                    </a:spcAft>
                    <a:buClr>
                      <a:srgbClr val="000000"/>
                    </a:buClr>
                    <a:buSzPts val="2774"/>
                    <a:buFont typeface="Arial"/>
                    <a:buNone/>
                  </a:pPr>
                  <a:endParaRPr sz="2774" b="0" i="0" u="none" strike="noStrike" cap="none">
                    <a:solidFill>
                      <a:schemeClr val="lt1"/>
                    </a:solidFill>
                    <a:latin typeface="Calibri"/>
                    <a:ea typeface="Calibri"/>
                    <a:cs typeface="Calibri"/>
                    <a:sym typeface="Calibri"/>
                  </a:endParaRPr>
                </a:p>
              </p:txBody>
            </p:sp>
            <p:sp>
              <p:nvSpPr>
                <p:cNvPr id="285" name="Google Shape;285;p8"/>
                <p:cNvSpPr txBox="1"/>
                <p:nvPr/>
              </p:nvSpPr>
              <p:spPr>
                <a:xfrm>
                  <a:off x="2404342" y="3561784"/>
                  <a:ext cx="1530860" cy="707886"/>
                </a:xfrm>
                <a:prstGeom prst="rect">
                  <a:avLst/>
                </a:prstGeom>
                <a:noFill/>
                <a:ln>
                  <a:noFill/>
                </a:ln>
              </p:spPr>
              <p:txBody>
                <a:bodyPr spcFirstLastPara="1" wrap="square" lIns="140900" tIns="70425" rIns="140900" bIns="70425" anchor="t" anchorCtr="0">
                  <a:spAutoFit/>
                </a:bodyPr>
                <a:lstStyle/>
                <a:p>
                  <a:pPr marL="0" marR="0" lvl="0" indent="0" algn="ctr" rtl="0">
                    <a:lnSpc>
                      <a:spcPct val="100000"/>
                    </a:lnSpc>
                    <a:spcBef>
                      <a:spcPts val="0"/>
                    </a:spcBef>
                    <a:spcAft>
                      <a:spcPts val="0"/>
                    </a:spcAft>
                    <a:buClr>
                      <a:srgbClr val="000000"/>
                    </a:buClr>
                    <a:buSzPts val="3082"/>
                    <a:buFont typeface="Arial"/>
                    <a:buNone/>
                  </a:pPr>
                  <a:r>
                    <a:rPr lang="de-DE" sz="3082" dirty="0">
                      <a:solidFill>
                        <a:schemeClr val="dk1"/>
                      </a:solidFill>
                    </a:rPr>
                    <a:t>n</a:t>
                  </a:r>
                  <a:r>
                    <a:rPr lang="de-DE" sz="3082" b="0" i="0" u="none" strike="noStrike" cap="none" dirty="0">
                      <a:solidFill>
                        <a:schemeClr val="dk1"/>
                      </a:solidFill>
                      <a:latin typeface="Arial"/>
                      <a:ea typeface="Arial"/>
                      <a:cs typeface="Arial"/>
                      <a:sym typeface="Arial"/>
                    </a:rPr>
                    <a:t>otwendige Funktionen</a:t>
                  </a:r>
                  <a:endParaRPr sz="2158" b="0" i="0" u="none" strike="noStrike" cap="none" dirty="0">
                    <a:solidFill>
                      <a:srgbClr val="000000"/>
                    </a:solidFill>
                    <a:latin typeface="Arial"/>
                    <a:ea typeface="Arial"/>
                    <a:cs typeface="Arial"/>
                    <a:sym typeface="Arial"/>
                  </a:endParaRPr>
                </a:p>
              </p:txBody>
            </p:sp>
          </p:grpSp>
          <p:sp>
            <p:nvSpPr>
              <p:cNvPr id="286" name="Google Shape;286;p8"/>
              <p:cNvSpPr/>
              <p:nvPr/>
            </p:nvSpPr>
            <p:spPr>
              <a:xfrm>
                <a:off x="2580144" y="2387321"/>
                <a:ext cx="1190194" cy="1190194"/>
              </a:xfrm>
              <a:prstGeom prst="roundRect">
                <a:avLst>
                  <a:gd name="adj" fmla="val 16667"/>
                </a:avLst>
              </a:prstGeom>
              <a:solidFill>
                <a:srgbClr val="AEABAB"/>
              </a:solidFill>
              <a:ln>
                <a:noFill/>
              </a:ln>
            </p:spPr>
            <p:txBody>
              <a:bodyPr spcFirstLastPara="1" wrap="square" lIns="140900" tIns="70425" rIns="140900" bIns="70425" anchor="ctr" anchorCtr="0">
                <a:noAutofit/>
              </a:bodyPr>
              <a:lstStyle/>
              <a:p>
                <a:pPr marL="0" marR="0" lvl="0" indent="0" algn="ctr" rtl="0">
                  <a:lnSpc>
                    <a:spcPct val="100000"/>
                  </a:lnSpc>
                  <a:spcBef>
                    <a:spcPts val="0"/>
                  </a:spcBef>
                  <a:spcAft>
                    <a:spcPts val="0"/>
                  </a:spcAft>
                  <a:buClr>
                    <a:srgbClr val="000000"/>
                  </a:buClr>
                  <a:buSzPts val="2774"/>
                  <a:buFont typeface="Arial"/>
                  <a:buNone/>
                </a:pPr>
                <a:endParaRPr sz="2774" b="0" i="0" u="none" strike="noStrike" cap="none">
                  <a:solidFill>
                    <a:schemeClr val="lt1"/>
                  </a:solidFill>
                  <a:latin typeface="Calibri"/>
                  <a:ea typeface="Calibri"/>
                  <a:cs typeface="Calibri"/>
                  <a:sym typeface="Calibri"/>
                </a:endParaRPr>
              </a:p>
            </p:txBody>
          </p:sp>
        </p:grpSp>
        <p:grpSp>
          <p:nvGrpSpPr>
            <p:cNvPr id="3" name="Gruppieren 2">
              <a:extLst>
                <a:ext uri="{FF2B5EF4-FFF2-40B4-BE49-F238E27FC236}">
                  <a16:creationId xmlns:a16="http://schemas.microsoft.com/office/drawing/2014/main" id="{B0B9869F-78BB-FFB1-0BB2-DE2071990ECE}"/>
                </a:ext>
              </a:extLst>
            </p:cNvPr>
            <p:cNvGrpSpPr/>
            <p:nvPr/>
          </p:nvGrpSpPr>
          <p:grpSpPr>
            <a:xfrm>
              <a:off x="5819576" y="2369700"/>
              <a:ext cx="1598949" cy="1577852"/>
              <a:chOff x="5819576" y="2369700"/>
              <a:chExt cx="1598949" cy="1577852"/>
            </a:xfrm>
          </p:grpSpPr>
          <p:pic>
            <p:nvPicPr>
              <p:cNvPr id="302" name="Google Shape;302;p8"/>
              <p:cNvPicPr preferRelativeResize="0"/>
              <p:nvPr/>
            </p:nvPicPr>
            <p:blipFill>
              <a:blip r:embed="rId3">
                <a:alphaModFix/>
              </a:blip>
              <a:stretch>
                <a:fillRect/>
              </a:stretch>
            </p:blipFill>
            <p:spPr>
              <a:xfrm>
                <a:off x="5819576" y="2369702"/>
                <a:ext cx="747375" cy="747375"/>
              </a:xfrm>
              <a:prstGeom prst="rect">
                <a:avLst/>
              </a:prstGeom>
              <a:noFill/>
              <a:ln>
                <a:noFill/>
              </a:ln>
            </p:spPr>
          </p:pic>
          <p:pic>
            <p:nvPicPr>
              <p:cNvPr id="303" name="Google Shape;303;p8"/>
              <p:cNvPicPr preferRelativeResize="0"/>
              <p:nvPr/>
            </p:nvPicPr>
            <p:blipFill>
              <a:blip r:embed="rId4">
                <a:alphaModFix/>
              </a:blip>
              <a:stretch>
                <a:fillRect/>
              </a:stretch>
            </p:blipFill>
            <p:spPr>
              <a:xfrm>
                <a:off x="6671150" y="2369700"/>
                <a:ext cx="747375" cy="747375"/>
              </a:xfrm>
              <a:prstGeom prst="rect">
                <a:avLst/>
              </a:prstGeom>
              <a:noFill/>
              <a:ln>
                <a:noFill/>
              </a:ln>
            </p:spPr>
          </p:pic>
          <p:pic>
            <p:nvPicPr>
              <p:cNvPr id="304" name="Google Shape;304;p8"/>
              <p:cNvPicPr preferRelativeResize="0"/>
              <p:nvPr/>
            </p:nvPicPr>
            <p:blipFill>
              <a:blip r:embed="rId6">
                <a:alphaModFix/>
              </a:blip>
              <a:stretch>
                <a:fillRect/>
              </a:stretch>
            </p:blipFill>
            <p:spPr>
              <a:xfrm>
                <a:off x="6223030" y="3200177"/>
                <a:ext cx="747375" cy="747375"/>
              </a:xfrm>
              <a:prstGeom prst="rect">
                <a:avLst/>
              </a:prstGeom>
              <a:noFill/>
              <a:ln>
                <a:noFill/>
              </a:ln>
            </p:spPr>
          </p:pic>
        </p:grpSp>
      </p:grpSp>
      <p:grpSp>
        <p:nvGrpSpPr>
          <p:cNvPr id="5" name="Gruppieren 4">
            <a:extLst>
              <a:ext uri="{FF2B5EF4-FFF2-40B4-BE49-F238E27FC236}">
                <a16:creationId xmlns:a16="http://schemas.microsoft.com/office/drawing/2014/main" id="{2D54E15D-BD56-1E12-A03D-7DB61FC14835}"/>
              </a:ext>
            </a:extLst>
          </p:cNvPr>
          <p:cNvGrpSpPr/>
          <p:nvPr/>
        </p:nvGrpSpPr>
        <p:grpSpPr>
          <a:xfrm>
            <a:off x="8259439" y="2066080"/>
            <a:ext cx="2359270" cy="3719938"/>
            <a:chOff x="8259439" y="2066080"/>
            <a:chExt cx="2359270" cy="3719938"/>
          </a:xfrm>
        </p:grpSpPr>
        <p:grpSp>
          <p:nvGrpSpPr>
            <p:cNvPr id="287" name="Google Shape;287;p8"/>
            <p:cNvGrpSpPr/>
            <p:nvPr/>
          </p:nvGrpSpPr>
          <p:grpSpPr>
            <a:xfrm>
              <a:off x="8259439" y="2066080"/>
              <a:ext cx="2359270" cy="3719938"/>
              <a:chOff x="2404342" y="2295340"/>
              <a:chExt cx="1530900" cy="2413820"/>
            </a:xfrm>
          </p:grpSpPr>
          <p:grpSp>
            <p:nvGrpSpPr>
              <p:cNvPr id="288" name="Google Shape;288;p8"/>
              <p:cNvGrpSpPr/>
              <p:nvPr/>
            </p:nvGrpSpPr>
            <p:grpSpPr>
              <a:xfrm>
                <a:off x="2404342" y="2295340"/>
                <a:ext cx="1530900" cy="2413820"/>
                <a:chOff x="2404342" y="2295340"/>
                <a:chExt cx="1530900" cy="2413820"/>
              </a:xfrm>
            </p:grpSpPr>
            <p:sp>
              <p:nvSpPr>
                <p:cNvPr id="289" name="Google Shape;289;p8"/>
                <p:cNvSpPr/>
                <p:nvPr/>
              </p:nvSpPr>
              <p:spPr>
                <a:xfrm>
                  <a:off x="2404342" y="2295340"/>
                  <a:ext cx="1530860" cy="2413820"/>
                </a:xfrm>
                <a:prstGeom prst="roundRect">
                  <a:avLst>
                    <a:gd name="adj" fmla="val 16667"/>
                  </a:avLst>
                </a:prstGeom>
                <a:solidFill>
                  <a:schemeClr val="lt2"/>
                </a:solidFill>
                <a:ln>
                  <a:noFill/>
                </a:ln>
              </p:spPr>
              <p:txBody>
                <a:bodyPr spcFirstLastPara="1" wrap="square" lIns="140900" tIns="70425" rIns="140900" bIns="70425" anchor="ctr" anchorCtr="0">
                  <a:noAutofit/>
                </a:bodyPr>
                <a:lstStyle/>
                <a:p>
                  <a:pPr marL="0" marR="0" lvl="0" indent="0" algn="ctr" rtl="0">
                    <a:lnSpc>
                      <a:spcPct val="100000"/>
                    </a:lnSpc>
                    <a:spcBef>
                      <a:spcPts val="0"/>
                    </a:spcBef>
                    <a:spcAft>
                      <a:spcPts val="0"/>
                    </a:spcAft>
                    <a:buClr>
                      <a:srgbClr val="000000"/>
                    </a:buClr>
                    <a:buSzPts val="2774"/>
                    <a:buFont typeface="Arial"/>
                    <a:buNone/>
                  </a:pPr>
                  <a:endParaRPr sz="2774" b="0" i="0" u="none" strike="noStrike" cap="none">
                    <a:solidFill>
                      <a:schemeClr val="lt1"/>
                    </a:solidFill>
                    <a:latin typeface="Calibri"/>
                    <a:ea typeface="Calibri"/>
                    <a:cs typeface="Calibri"/>
                    <a:sym typeface="Calibri"/>
                  </a:endParaRPr>
                </a:p>
              </p:txBody>
            </p:sp>
            <p:sp>
              <p:nvSpPr>
                <p:cNvPr id="290" name="Google Shape;290;p8"/>
                <p:cNvSpPr txBox="1"/>
                <p:nvPr/>
              </p:nvSpPr>
              <p:spPr>
                <a:xfrm>
                  <a:off x="2404342" y="3561784"/>
                  <a:ext cx="1530900" cy="708000"/>
                </a:xfrm>
                <a:prstGeom prst="rect">
                  <a:avLst/>
                </a:prstGeom>
                <a:noFill/>
                <a:ln>
                  <a:noFill/>
                </a:ln>
              </p:spPr>
              <p:txBody>
                <a:bodyPr spcFirstLastPara="1" wrap="square" lIns="140900" tIns="70425" rIns="140900" bIns="70425" anchor="t" anchorCtr="0">
                  <a:spAutoFit/>
                </a:bodyPr>
                <a:lstStyle/>
                <a:p>
                  <a:pPr marL="0" marR="0" lvl="0" indent="0" algn="ctr" rtl="0">
                    <a:lnSpc>
                      <a:spcPct val="100000"/>
                    </a:lnSpc>
                    <a:spcBef>
                      <a:spcPts val="0"/>
                    </a:spcBef>
                    <a:spcAft>
                      <a:spcPts val="0"/>
                    </a:spcAft>
                    <a:buClr>
                      <a:srgbClr val="000000"/>
                    </a:buClr>
                    <a:buSzPts val="3082"/>
                    <a:buFont typeface="Arial"/>
                    <a:buNone/>
                  </a:pPr>
                  <a:r>
                    <a:rPr lang="de-DE" sz="3082" dirty="0">
                      <a:solidFill>
                        <a:schemeClr val="dk1"/>
                      </a:solidFill>
                    </a:rPr>
                    <a:t>n</a:t>
                  </a:r>
                  <a:r>
                    <a:rPr lang="de-DE" sz="3082" b="0" i="0" u="none" strike="noStrike" cap="none" dirty="0">
                      <a:solidFill>
                        <a:schemeClr val="dk1"/>
                      </a:solidFill>
                      <a:latin typeface="Arial"/>
                      <a:ea typeface="Arial"/>
                      <a:cs typeface="Arial"/>
                      <a:sym typeface="Arial"/>
                    </a:rPr>
                    <a:t>eue Funktionen</a:t>
                  </a:r>
                  <a:endParaRPr sz="2158" b="0" i="0" u="none" strike="noStrike" cap="none" dirty="0">
                    <a:solidFill>
                      <a:srgbClr val="000000"/>
                    </a:solidFill>
                    <a:latin typeface="Arial"/>
                    <a:ea typeface="Arial"/>
                    <a:cs typeface="Arial"/>
                    <a:sym typeface="Arial"/>
                  </a:endParaRPr>
                </a:p>
              </p:txBody>
            </p:sp>
          </p:grpSp>
          <p:sp>
            <p:nvSpPr>
              <p:cNvPr id="291" name="Google Shape;291;p8"/>
              <p:cNvSpPr/>
              <p:nvPr/>
            </p:nvSpPr>
            <p:spPr>
              <a:xfrm>
                <a:off x="2580144" y="2387321"/>
                <a:ext cx="1190194" cy="1190194"/>
              </a:xfrm>
              <a:prstGeom prst="roundRect">
                <a:avLst>
                  <a:gd name="adj" fmla="val 16667"/>
                </a:avLst>
              </a:prstGeom>
              <a:solidFill>
                <a:srgbClr val="AEABAB"/>
              </a:solidFill>
              <a:ln>
                <a:noFill/>
              </a:ln>
            </p:spPr>
            <p:txBody>
              <a:bodyPr spcFirstLastPara="1" wrap="square" lIns="140900" tIns="70425" rIns="140900" bIns="70425" anchor="ctr" anchorCtr="0">
                <a:noAutofit/>
              </a:bodyPr>
              <a:lstStyle/>
              <a:p>
                <a:pPr marL="0" marR="0" lvl="0" indent="0" algn="ctr" rtl="0">
                  <a:lnSpc>
                    <a:spcPct val="100000"/>
                  </a:lnSpc>
                  <a:spcBef>
                    <a:spcPts val="0"/>
                  </a:spcBef>
                  <a:spcAft>
                    <a:spcPts val="0"/>
                  </a:spcAft>
                  <a:buClr>
                    <a:srgbClr val="000000"/>
                  </a:buClr>
                  <a:buSzPts val="2774"/>
                  <a:buFont typeface="Arial"/>
                  <a:buNone/>
                </a:pPr>
                <a:endParaRPr sz="2774" b="0" i="0" u="none" strike="noStrike" cap="none">
                  <a:solidFill>
                    <a:schemeClr val="lt1"/>
                  </a:solidFill>
                  <a:latin typeface="Calibri"/>
                  <a:ea typeface="Calibri"/>
                  <a:cs typeface="Calibri"/>
                  <a:sym typeface="Calibri"/>
                </a:endParaRPr>
              </a:p>
            </p:txBody>
          </p:sp>
        </p:grpSp>
        <p:grpSp>
          <p:nvGrpSpPr>
            <p:cNvPr id="4" name="Gruppieren 3">
              <a:extLst>
                <a:ext uri="{FF2B5EF4-FFF2-40B4-BE49-F238E27FC236}">
                  <a16:creationId xmlns:a16="http://schemas.microsoft.com/office/drawing/2014/main" id="{37C623E0-17D8-36D8-AE5F-20AEA5B39A91}"/>
                </a:ext>
              </a:extLst>
            </p:cNvPr>
            <p:cNvGrpSpPr/>
            <p:nvPr/>
          </p:nvGrpSpPr>
          <p:grpSpPr>
            <a:xfrm>
              <a:off x="8680200" y="2369694"/>
              <a:ext cx="1563000" cy="1629881"/>
              <a:chOff x="8680200" y="2369694"/>
              <a:chExt cx="1563000" cy="1629881"/>
            </a:xfrm>
          </p:grpSpPr>
          <p:pic>
            <p:nvPicPr>
              <p:cNvPr id="305" name="Google Shape;305;p8"/>
              <p:cNvPicPr preferRelativeResize="0"/>
              <p:nvPr/>
            </p:nvPicPr>
            <p:blipFill>
              <a:blip r:embed="rId7">
                <a:alphaModFix/>
              </a:blip>
              <a:stretch>
                <a:fillRect/>
              </a:stretch>
            </p:blipFill>
            <p:spPr>
              <a:xfrm>
                <a:off x="8786975" y="2369694"/>
                <a:ext cx="747375" cy="747375"/>
              </a:xfrm>
              <a:prstGeom prst="rect">
                <a:avLst/>
              </a:prstGeom>
              <a:noFill/>
              <a:ln>
                <a:noFill/>
              </a:ln>
            </p:spPr>
          </p:pic>
          <p:pic>
            <p:nvPicPr>
              <p:cNvPr id="306" name="Google Shape;306;p8"/>
              <p:cNvPicPr preferRelativeResize="0"/>
              <p:nvPr/>
            </p:nvPicPr>
            <p:blipFill>
              <a:blip r:embed="rId8">
                <a:alphaModFix/>
              </a:blip>
              <a:stretch>
                <a:fillRect/>
              </a:stretch>
            </p:blipFill>
            <p:spPr>
              <a:xfrm>
                <a:off x="9495825" y="3200176"/>
                <a:ext cx="747375" cy="747375"/>
              </a:xfrm>
              <a:prstGeom prst="rect">
                <a:avLst/>
              </a:prstGeom>
              <a:noFill/>
              <a:ln>
                <a:noFill/>
              </a:ln>
            </p:spPr>
          </p:pic>
          <p:pic>
            <p:nvPicPr>
              <p:cNvPr id="307" name="Google Shape;307;p8"/>
              <p:cNvPicPr preferRelativeResize="0"/>
              <p:nvPr/>
            </p:nvPicPr>
            <p:blipFill>
              <a:blip r:embed="rId4">
                <a:alphaModFix/>
              </a:blip>
              <a:stretch>
                <a:fillRect/>
              </a:stretch>
            </p:blipFill>
            <p:spPr>
              <a:xfrm>
                <a:off x="8680200" y="3252200"/>
                <a:ext cx="747375" cy="747375"/>
              </a:xfrm>
              <a:prstGeom prst="rect">
                <a:avLst/>
              </a:prstGeom>
              <a:noFill/>
              <a:ln>
                <a:noFill/>
              </a:ln>
            </p:spPr>
          </p:pic>
        </p:gr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11" name="PB">
            <a:extLst>
              <a:ext uri="{FF2B5EF4-FFF2-40B4-BE49-F238E27FC236}">
                <a16:creationId xmlns:a16="http://schemas.microsoft.com/office/drawing/2014/main" id="{3E48B167-CAE6-D242-C801-695BCA942A15}"/>
              </a:ext>
            </a:extLst>
          </p:cNvPr>
          <p:cNvSpPr/>
          <p:nvPr/>
        </p:nvSpPr>
        <p:spPr>
          <a:xfrm>
            <a:off x="0" y="6477000"/>
            <a:ext cx="4220308"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3" name="Google Shape;313;p9"/>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dirty="0">
                <a:latin typeface="Arial"/>
                <a:ea typeface="Arial"/>
                <a:cs typeface="Arial"/>
                <a:sym typeface="Arial"/>
              </a:rPr>
              <a:t>Problemdarstellung</a:t>
            </a:r>
            <a:endParaRPr dirty="0"/>
          </a:p>
        </p:txBody>
      </p:sp>
      <p:sp>
        <p:nvSpPr>
          <p:cNvPr id="314" name="Google Shape;314;p9"/>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28F72E7C-6BC6-43F5-A390-6915E905A279}" type="datetime1">
              <a:rPr lang="de-DE" smtClean="0">
                <a:solidFill>
                  <a:schemeClr val="bg1"/>
                </a:solidFill>
              </a:rPr>
              <a:t>18.05.2026</a:t>
            </a:fld>
            <a:endParaRPr dirty="0">
              <a:solidFill>
                <a:schemeClr val="bg1"/>
              </a:solidFill>
            </a:endParaRPr>
          </a:p>
        </p:txBody>
      </p:sp>
      <p:sp>
        <p:nvSpPr>
          <p:cNvPr id="315" name="Google Shape;315;p9"/>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a:t>Timo Funk</a:t>
            </a:r>
            <a:endParaRPr/>
          </a:p>
        </p:txBody>
      </p:sp>
      <p:sp>
        <p:nvSpPr>
          <p:cNvPr id="316" name="Google Shape;316;p9"/>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latin typeface="Arial"/>
                <a:ea typeface="Arial"/>
                <a:cs typeface="Arial"/>
                <a:sym typeface="Arial"/>
              </a:rPr>
              <a:t>9</a:t>
            </a:fld>
            <a:r>
              <a:rPr lang="de-DE" dirty="0">
                <a:latin typeface="Arial"/>
                <a:ea typeface="Arial"/>
                <a:cs typeface="Arial"/>
                <a:sym typeface="Arial"/>
              </a:rPr>
              <a:t> / 26</a:t>
            </a:r>
            <a:endParaRPr dirty="0"/>
          </a:p>
        </p:txBody>
      </p:sp>
      <p:sp>
        <p:nvSpPr>
          <p:cNvPr id="317" name="Google Shape;317;p9"/>
          <p:cNvSpPr txBox="1"/>
          <p:nvPr/>
        </p:nvSpPr>
        <p:spPr>
          <a:xfrm>
            <a:off x="0" y="2369694"/>
            <a:ext cx="190122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
        <p:nvSpPr>
          <p:cNvPr id="319" name="Google Shape;319;p9"/>
          <p:cNvSpPr/>
          <p:nvPr/>
        </p:nvSpPr>
        <p:spPr>
          <a:xfrm>
            <a:off x="2885620" y="2150770"/>
            <a:ext cx="8623893" cy="1136013"/>
          </a:xfrm>
          <a:prstGeom prst="roundRect">
            <a:avLst>
              <a:gd name="adj" fmla="val 10000"/>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9"/>
          <p:cNvSpPr txBox="1"/>
          <p:nvPr/>
        </p:nvSpPr>
        <p:spPr>
          <a:xfrm>
            <a:off x="4723999" y="2150770"/>
            <a:ext cx="6785513" cy="1136013"/>
          </a:xfrm>
          <a:prstGeom prst="rect">
            <a:avLst/>
          </a:prstGeom>
          <a:noFill/>
          <a:ln>
            <a:noFill/>
          </a:ln>
        </p:spPr>
        <p:txBody>
          <a:bodyPr spcFirstLastPara="1" wrap="square" lIns="152400" tIns="152400" rIns="152400" bIns="152400" anchor="ctr" anchorCtr="0">
            <a:noAutofit/>
          </a:bodyPr>
          <a:lstStyle/>
          <a:p>
            <a:pPr marL="0" marR="0" lvl="0" indent="0" algn="l" rtl="0">
              <a:lnSpc>
                <a:spcPct val="90000"/>
              </a:lnSpc>
              <a:spcBef>
                <a:spcPts val="0"/>
              </a:spcBef>
              <a:spcAft>
                <a:spcPts val="0"/>
              </a:spcAft>
              <a:buClr>
                <a:schemeClr val="lt1"/>
              </a:buClr>
              <a:buSzPts val="4000"/>
              <a:buFont typeface="Arial"/>
              <a:buNone/>
            </a:pPr>
            <a:r>
              <a:rPr lang="de-DE" sz="4000" dirty="0">
                <a:solidFill>
                  <a:schemeClr val="lt1"/>
                </a:solidFill>
              </a:rPr>
              <a:t>v</a:t>
            </a:r>
            <a:r>
              <a:rPr lang="de-DE" sz="4000" b="0" i="0" u="none" strike="noStrike" cap="none" dirty="0">
                <a:solidFill>
                  <a:schemeClr val="lt1"/>
                </a:solidFill>
                <a:latin typeface="Arial"/>
                <a:ea typeface="Arial"/>
                <a:cs typeface="Arial"/>
                <a:sym typeface="Arial"/>
              </a:rPr>
              <a:t>eraltete Software</a:t>
            </a:r>
            <a:endParaRPr sz="1400" b="0" i="0" u="none" strike="noStrike" cap="none" dirty="0">
              <a:solidFill>
                <a:srgbClr val="000000"/>
              </a:solidFill>
              <a:latin typeface="Arial"/>
              <a:ea typeface="Arial"/>
              <a:cs typeface="Arial"/>
              <a:sym typeface="Arial"/>
            </a:endParaRPr>
          </a:p>
        </p:txBody>
      </p:sp>
      <p:sp>
        <p:nvSpPr>
          <p:cNvPr id="322" name="Google Shape;322;p9"/>
          <p:cNvSpPr/>
          <p:nvPr/>
        </p:nvSpPr>
        <p:spPr>
          <a:xfrm>
            <a:off x="2885620" y="3400385"/>
            <a:ext cx="8623893" cy="1136013"/>
          </a:xfrm>
          <a:prstGeom prst="roundRect">
            <a:avLst>
              <a:gd name="adj" fmla="val 10000"/>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9"/>
          <p:cNvSpPr txBox="1"/>
          <p:nvPr/>
        </p:nvSpPr>
        <p:spPr>
          <a:xfrm>
            <a:off x="4723999" y="3400385"/>
            <a:ext cx="6785513" cy="1136013"/>
          </a:xfrm>
          <a:prstGeom prst="rect">
            <a:avLst/>
          </a:prstGeom>
          <a:noFill/>
          <a:ln>
            <a:noFill/>
          </a:ln>
        </p:spPr>
        <p:txBody>
          <a:bodyPr spcFirstLastPara="1" wrap="square" lIns="152400" tIns="152400" rIns="152400" bIns="152400" anchor="ctr" anchorCtr="0">
            <a:noAutofit/>
          </a:bodyPr>
          <a:lstStyle/>
          <a:p>
            <a:pPr marL="0" marR="0" lvl="0" indent="0" algn="l" rtl="0">
              <a:lnSpc>
                <a:spcPct val="90000"/>
              </a:lnSpc>
              <a:spcBef>
                <a:spcPts val="0"/>
              </a:spcBef>
              <a:spcAft>
                <a:spcPts val="0"/>
              </a:spcAft>
              <a:buClr>
                <a:schemeClr val="lt1"/>
              </a:buClr>
              <a:buSzPts val="4000"/>
              <a:buFont typeface="Arial"/>
              <a:buNone/>
            </a:pPr>
            <a:r>
              <a:rPr lang="de-DE" sz="4000" b="0" i="0" u="none" strike="noStrike" cap="none" dirty="0">
                <a:solidFill>
                  <a:schemeClr val="lt1"/>
                </a:solidFill>
                <a:latin typeface="Arial"/>
                <a:ea typeface="Arial"/>
                <a:cs typeface="Arial"/>
                <a:sym typeface="Arial"/>
              </a:rPr>
              <a:t>neue Funktionen nur vom Hersteller</a:t>
            </a:r>
            <a:endParaRPr sz="4000" b="0" i="0" u="none" strike="noStrike" cap="none" dirty="0">
              <a:solidFill>
                <a:schemeClr val="lt1"/>
              </a:solidFill>
              <a:latin typeface="Arial"/>
              <a:ea typeface="Arial"/>
              <a:cs typeface="Arial"/>
              <a:sym typeface="Arial"/>
            </a:endParaRPr>
          </a:p>
        </p:txBody>
      </p:sp>
      <p:sp>
        <p:nvSpPr>
          <p:cNvPr id="325" name="Google Shape;325;p9"/>
          <p:cNvSpPr/>
          <p:nvPr/>
        </p:nvSpPr>
        <p:spPr>
          <a:xfrm>
            <a:off x="2885620" y="4650000"/>
            <a:ext cx="8623893" cy="1136013"/>
          </a:xfrm>
          <a:prstGeom prst="roundRect">
            <a:avLst>
              <a:gd name="adj" fmla="val 10000"/>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9"/>
          <p:cNvSpPr txBox="1"/>
          <p:nvPr/>
        </p:nvSpPr>
        <p:spPr>
          <a:xfrm>
            <a:off x="4723999" y="4650000"/>
            <a:ext cx="6785513" cy="1136013"/>
          </a:xfrm>
          <a:prstGeom prst="rect">
            <a:avLst/>
          </a:prstGeom>
          <a:noFill/>
          <a:ln>
            <a:noFill/>
          </a:ln>
        </p:spPr>
        <p:txBody>
          <a:bodyPr spcFirstLastPara="1" wrap="square" lIns="152400" tIns="152400" rIns="152400" bIns="152400" anchor="ctr" anchorCtr="0">
            <a:noAutofit/>
          </a:bodyPr>
          <a:lstStyle/>
          <a:p>
            <a:pPr marL="0" marR="0" lvl="0" indent="0" algn="l" rtl="0">
              <a:lnSpc>
                <a:spcPct val="90000"/>
              </a:lnSpc>
              <a:spcBef>
                <a:spcPts val="0"/>
              </a:spcBef>
              <a:spcAft>
                <a:spcPts val="0"/>
              </a:spcAft>
              <a:buClr>
                <a:schemeClr val="lt1"/>
              </a:buClr>
              <a:buSzPts val="4000"/>
              <a:buFont typeface="Arial"/>
              <a:buNone/>
            </a:pPr>
            <a:r>
              <a:rPr lang="de-DE" sz="4000" b="0" i="0" u="none" strike="noStrike" cap="none" dirty="0">
                <a:solidFill>
                  <a:schemeClr val="lt1"/>
                </a:solidFill>
                <a:latin typeface="Arial"/>
                <a:ea typeface="Arial"/>
                <a:cs typeface="Arial"/>
                <a:sym typeface="Arial"/>
              </a:rPr>
              <a:t>nicht an neue gesetzliche Reglungen anpassbar</a:t>
            </a:r>
            <a:endParaRPr sz="1400" b="0" i="0" u="none" strike="noStrike" cap="none" dirty="0">
              <a:solidFill>
                <a:srgbClr val="000000"/>
              </a:solidFill>
              <a:latin typeface="Arial"/>
              <a:ea typeface="Arial"/>
              <a:cs typeface="Arial"/>
              <a:sym typeface="Arial"/>
            </a:endParaRPr>
          </a:p>
        </p:txBody>
      </p:sp>
      <p:pic>
        <p:nvPicPr>
          <p:cNvPr id="1026" name="Picture 2" descr="Gesetz - Kostenlose sonstiges-Icons">
            <a:extLst>
              <a:ext uri="{FF2B5EF4-FFF2-40B4-BE49-F238E27FC236}">
                <a16:creationId xmlns:a16="http://schemas.microsoft.com/office/drawing/2014/main" id="{8389AAD0-7DD5-55EE-AC72-A6F0E17DA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9210" y="4858006"/>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oftware development - Kostenlose seo und web-Icons">
            <a:extLst>
              <a:ext uri="{FF2B5EF4-FFF2-40B4-BE49-F238E27FC236}">
                <a16:creationId xmlns:a16="http://schemas.microsoft.com/office/drawing/2014/main" id="{4F507E03-5C35-5996-FF0E-399A083425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2141" y="3608391"/>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lter - Kostenlose sonstiges-Icons">
            <a:extLst>
              <a:ext uri="{FF2B5EF4-FFF2-40B4-BE49-F238E27FC236}">
                <a16:creationId xmlns:a16="http://schemas.microsoft.com/office/drawing/2014/main" id="{C7F6D303-FBB0-4FC3-0BDE-2105D78402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79210" y="2358776"/>
            <a:ext cx="720000" cy="72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 grpId="0" animBg="1"/>
      <p:bldP spid="320" grpId="0"/>
      <p:bldP spid="322" grpId="0" animBg="1"/>
      <p:bldP spid="323" grpId="0"/>
      <p:bldP spid="325" grpId="0" animBg="1"/>
      <p:bldP spid="3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11" name="PB">
            <a:extLst>
              <a:ext uri="{FF2B5EF4-FFF2-40B4-BE49-F238E27FC236}">
                <a16:creationId xmlns:a16="http://schemas.microsoft.com/office/drawing/2014/main" id="{DE3C7F07-27B1-D457-271D-03A7D4754AD5}"/>
              </a:ext>
            </a:extLst>
          </p:cNvPr>
          <p:cNvSpPr/>
          <p:nvPr/>
        </p:nvSpPr>
        <p:spPr>
          <a:xfrm>
            <a:off x="0" y="6477000"/>
            <a:ext cx="4689231"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3" name="Google Shape;333;p10"/>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Anforderungen</a:t>
            </a:r>
            <a:endParaRPr/>
          </a:p>
        </p:txBody>
      </p:sp>
      <p:sp>
        <p:nvSpPr>
          <p:cNvPr id="354" name="Google Shape;354;p10"/>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B4B04A12-3979-4C8E-A638-EF4AD07F6641}" type="datetime1">
              <a:rPr lang="de-DE" smtClean="0">
                <a:solidFill>
                  <a:schemeClr val="bg1"/>
                </a:solidFill>
              </a:rPr>
              <a:t>18.05.2026</a:t>
            </a:fld>
            <a:endParaRPr dirty="0">
              <a:solidFill>
                <a:schemeClr val="bg1"/>
              </a:solidFill>
            </a:endParaRPr>
          </a:p>
        </p:txBody>
      </p:sp>
      <p:sp>
        <p:nvSpPr>
          <p:cNvPr id="355" name="Google Shape;355;p10"/>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a:t>Timo Funk</a:t>
            </a:r>
            <a:endParaRPr/>
          </a:p>
        </p:txBody>
      </p:sp>
      <p:sp>
        <p:nvSpPr>
          <p:cNvPr id="356" name="Google Shape;356;p10"/>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10</a:t>
            </a:fld>
            <a:r>
              <a:rPr lang="de-DE" dirty="0"/>
              <a:t> / 26</a:t>
            </a:r>
            <a:endParaRPr dirty="0"/>
          </a:p>
        </p:txBody>
      </p:sp>
      <p:sp>
        <p:nvSpPr>
          <p:cNvPr id="357" name="Google Shape;357;p10"/>
          <p:cNvSpPr txBox="1"/>
          <p:nvPr/>
        </p:nvSpPr>
        <p:spPr>
          <a:xfrm>
            <a:off x="0" y="2369694"/>
            <a:ext cx="190122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
        <p:nvSpPr>
          <p:cNvPr id="335" name="Google Shape;335;p10"/>
          <p:cNvSpPr/>
          <p:nvPr/>
        </p:nvSpPr>
        <p:spPr>
          <a:xfrm>
            <a:off x="-3128059" y="1045459"/>
            <a:ext cx="6064791" cy="6064791"/>
          </a:xfrm>
          <a:prstGeom prst="blockArc">
            <a:avLst>
              <a:gd name="adj1" fmla="val 18900000"/>
              <a:gd name="adj2" fmla="val 2700000"/>
              <a:gd name="adj3" fmla="val 356"/>
            </a:avLst>
          </a:prstGeom>
          <a:noFill/>
          <a:ln w="12700" cap="flat" cmpd="sng">
            <a:solidFill>
              <a:srgbClr val="487AA8"/>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10"/>
          <p:cNvSpPr/>
          <p:nvPr/>
        </p:nvSpPr>
        <p:spPr>
          <a:xfrm>
            <a:off x="2327229" y="2062829"/>
            <a:ext cx="9133684" cy="474229"/>
          </a:xfrm>
          <a:prstGeom prst="rect">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10"/>
          <p:cNvSpPr txBox="1"/>
          <p:nvPr/>
        </p:nvSpPr>
        <p:spPr>
          <a:xfrm>
            <a:off x="2327229" y="2062829"/>
            <a:ext cx="2886609" cy="474229"/>
          </a:xfrm>
          <a:prstGeom prst="rect">
            <a:avLst/>
          </a:prstGeom>
          <a:noFill/>
          <a:ln>
            <a:noFill/>
          </a:ln>
        </p:spPr>
        <p:txBody>
          <a:bodyPr spcFirstLastPara="1" wrap="square" lIns="376400" tIns="60950" rIns="60950" bIns="60950"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de-DE" sz="2400" b="0" i="0" u="none" strike="noStrike" cap="none" dirty="0">
                <a:solidFill>
                  <a:schemeClr val="lt1"/>
                </a:solidFill>
                <a:latin typeface="Arial"/>
                <a:ea typeface="Arial"/>
                <a:cs typeface="Arial"/>
                <a:sym typeface="Arial"/>
              </a:rPr>
              <a:t>Authentifizierung</a:t>
            </a:r>
            <a:endParaRPr sz="1400" b="0" i="0" u="none" strike="noStrike" cap="none" dirty="0">
              <a:solidFill>
                <a:srgbClr val="000000"/>
              </a:solidFill>
              <a:latin typeface="Arial"/>
              <a:ea typeface="Arial"/>
              <a:cs typeface="Arial"/>
              <a:sym typeface="Arial"/>
            </a:endParaRPr>
          </a:p>
        </p:txBody>
      </p:sp>
      <p:sp>
        <p:nvSpPr>
          <p:cNvPr id="338" name="Google Shape;338;p10"/>
          <p:cNvSpPr/>
          <p:nvPr/>
        </p:nvSpPr>
        <p:spPr>
          <a:xfrm>
            <a:off x="2030835" y="2003551"/>
            <a:ext cx="592786" cy="592786"/>
          </a:xfrm>
          <a:prstGeom prst="ellipse">
            <a:avLst/>
          </a:prstGeom>
          <a:solidFill>
            <a:schemeClr val="lt1"/>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10"/>
          <p:cNvSpPr/>
          <p:nvPr/>
        </p:nvSpPr>
        <p:spPr>
          <a:xfrm>
            <a:off x="2717315" y="2774083"/>
            <a:ext cx="8743598" cy="474229"/>
          </a:xfrm>
          <a:prstGeom prst="rect">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10"/>
          <p:cNvSpPr txBox="1"/>
          <p:nvPr/>
        </p:nvSpPr>
        <p:spPr>
          <a:xfrm>
            <a:off x="2717315" y="2774083"/>
            <a:ext cx="3797785" cy="474229"/>
          </a:xfrm>
          <a:prstGeom prst="rect">
            <a:avLst/>
          </a:prstGeom>
          <a:noFill/>
          <a:ln>
            <a:noFill/>
          </a:ln>
        </p:spPr>
        <p:txBody>
          <a:bodyPr spcFirstLastPara="1" wrap="square" lIns="376400" tIns="60950" rIns="60950" bIns="60950"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de-DE" sz="2400" b="0" i="0" u="none" strike="noStrike" cap="none" dirty="0">
                <a:solidFill>
                  <a:schemeClr val="lt1"/>
                </a:solidFill>
                <a:latin typeface="Arial"/>
                <a:ea typeface="Arial"/>
                <a:cs typeface="Arial"/>
                <a:sym typeface="Arial"/>
              </a:rPr>
              <a:t>Rechte Beschränkungen</a:t>
            </a:r>
            <a:endParaRPr sz="1400" b="0" i="0" u="none" strike="noStrike" cap="none" dirty="0">
              <a:solidFill>
                <a:srgbClr val="000000"/>
              </a:solidFill>
              <a:latin typeface="Arial"/>
              <a:ea typeface="Arial"/>
              <a:cs typeface="Arial"/>
              <a:sym typeface="Arial"/>
            </a:endParaRPr>
          </a:p>
        </p:txBody>
      </p:sp>
      <p:sp>
        <p:nvSpPr>
          <p:cNvPr id="341" name="Google Shape;341;p10"/>
          <p:cNvSpPr/>
          <p:nvPr/>
        </p:nvSpPr>
        <p:spPr>
          <a:xfrm>
            <a:off x="2420921" y="2714805"/>
            <a:ext cx="592786" cy="592786"/>
          </a:xfrm>
          <a:prstGeom prst="ellipse">
            <a:avLst/>
          </a:prstGeom>
          <a:solidFill>
            <a:schemeClr val="lt1"/>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10"/>
          <p:cNvSpPr/>
          <p:nvPr/>
        </p:nvSpPr>
        <p:spPr>
          <a:xfrm>
            <a:off x="2895691" y="3485337"/>
            <a:ext cx="8565222" cy="474229"/>
          </a:xfrm>
          <a:prstGeom prst="rect">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10"/>
          <p:cNvSpPr txBox="1"/>
          <p:nvPr/>
        </p:nvSpPr>
        <p:spPr>
          <a:xfrm>
            <a:off x="2895691" y="3485337"/>
            <a:ext cx="6104227" cy="474229"/>
          </a:xfrm>
          <a:prstGeom prst="rect">
            <a:avLst/>
          </a:prstGeom>
          <a:noFill/>
          <a:ln>
            <a:noFill/>
          </a:ln>
        </p:spPr>
        <p:txBody>
          <a:bodyPr spcFirstLastPara="1" wrap="square" lIns="376400" tIns="60950" rIns="60950" bIns="60950"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de-DE" sz="2400" b="0" i="0" u="none" strike="noStrike" cap="none" dirty="0">
                <a:solidFill>
                  <a:schemeClr val="lt1"/>
                </a:solidFill>
                <a:latin typeface="Arial"/>
                <a:ea typeface="Arial"/>
                <a:cs typeface="Arial"/>
                <a:sym typeface="Arial"/>
              </a:rPr>
              <a:t>Erstellen / Bearbeiten von Schadensfällen</a:t>
            </a:r>
            <a:endParaRPr sz="1400" b="0" i="0" u="none" strike="noStrike" cap="none" dirty="0">
              <a:solidFill>
                <a:srgbClr val="000000"/>
              </a:solidFill>
              <a:latin typeface="Arial"/>
              <a:ea typeface="Arial"/>
              <a:cs typeface="Arial"/>
              <a:sym typeface="Arial"/>
            </a:endParaRPr>
          </a:p>
        </p:txBody>
      </p:sp>
      <p:sp>
        <p:nvSpPr>
          <p:cNvPr id="344" name="Google Shape;344;p10"/>
          <p:cNvSpPr/>
          <p:nvPr/>
        </p:nvSpPr>
        <p:spPr>
          <a:xfrm>
            <a:off x="2599298" y="3426058"/>
            <a:ext cx="592786" cy="592786"/>
          </a:xfrm>
          <a:prstGeom prst="ellipse">
            <a:avLst/>
          </a:prstGeom>
          <a:solidFill>
            <a:schemeClr val="lt1"/>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10"/>
          <p:cNvSpPr/>
          <p:nvPr/>
        </p:nvSpPr>
        <p:spPr>
          <a:xfrm>
            <a:off x="2895691" y="4196141"/>
            <a:ext cx="8565222" cy="474229"/>
          </a:xfrm>
          <a:prstGeom prst="rect">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10"/>
          <p:cNvSpPr txBox="1"/>
          <p:nvPr/>
        </p:nvSpPr>
        <p:spPr>
          <a:xfrm>
            <a:off x="2895691" y="4196141"/>
            <a:ext cx="4612940" cy="474229"/>
          </a:xfrm>
          <a:prstGeom prst="rect">
            <a:avLst/>
          </a:prstGeom>
          <a:noFill/>
          <a:ln>
            <a:noFill/>
          </a:ln>
        </p:spPr>
        <p:txBody>
          <a:bodyPr spcFirstLastPara="1" wrap="square" lIns="376400" tIns="60950" rIns="60950" bIns="60950"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de-DE" sz="2400" b="0" i="0" u="none" strike="noStrike" cap="none" dirty="0">
                <a:solidFill>
                  <a:schemeClr val="lt1"/>
                </a:solidFill>
                <a:latin typeface="Arial"/>
                <a:ea typeface="Arial"/>
                <a:cs typeface="Arial"/>
                <a:sym typeface="Arial"/>
              </a:rPr>
              <a:t>Hochladen der Beweisdaten</a:t>
            </a:r>
            <a:endParaRPr sz="1400" b="0" i="0" u="none" strike="noStrike" cap="none" dirty="0">
              <a:solidFill>
                <a:srgbClr val="000000"/>
              </a:solidFill>
              <a:latin typeface="Arial"/>
              <a:ea typeface="Arial"/>
              <a:cs typeface="Arial"/>
              <a:sym typeface="Arial"/>
            </a:endParaRPr>
          </a:p>
        </p:txBody>
      </p:sp>
      <p:sp>
        <p:nvSpPr>
          <p:cNvPr id="347" name="Google Shape;347;p10"/>
          <p:cNvSpPr/>
          <p:nvPr/>
        </p:nvSpPr>
        <p:spPr>
          <a:xfrm>
            <a:off x="2599298" y="4136862"/>
            <a:ext cx="592786" cy="592786"/>
          </a:xfrm>
          <a:prstGeom prst="ellipse">
            <a:avLst/>
          </a:prstGeom>
          <a:solidFill>
            <a:schemeClr val="lt1"/>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10"/>
          <p:cNvSpPr/>
          <p:nvPr/>
        </p:nvSpPr>
        <p:spPr>
          <a:xfrm>
            <a:off x="2717315" y="4907394"/>
            <a:ext cx="8743598" cy="474229"/>
          </a:xfrm>
          <a:prstGeom prst="rect">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10"/>
          <p:cNvSpPr txBox="1"/>
          <p:nvPr/>
        </p:nvSpPr>
        <p:spPr>
          <a:xfrm>
            <a:off x="2717315" y="4907394"/>
            <a:ext cx="4527547" cy="474229"/>
          </a:xfrm>
          <a:prstGeom prst="rect">
            <a:avLst/>
          </a:prstGeom>
          <a:noFill/>
          <a:ln>
            <a:noFill/>
          </a:ln>
        </p:spPr>
        <p:txBody>
          <a:bodyPr spcFirstLastPara="1" wrap="square" lIns="376400" tIns="60950" rIns="60950" bIns="60950"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de-DE" sz="2400" b="0" i="0" u="none" strike="noStrike" cap="none" dirty="0">
                <a:solidFill>
                  <a:schemeClr val="lt1"/>
                </a:solidFill>
                <a:latin typeface="Arial"/>
                <a:ea typeface="Arial"/>
                <a:cs typeface="Arial"/>
                <a:sym typeface="Arial"/>
              </a:rPr>
              <a:t>Weiterleiten des Schadenfalls</a:t>
            </a:r>
            <a:endParaRPr sz="1400" b="0" i="0" u="none" strike="noStrike" cap="none" dirty="0">
              <a:solidFill>
                <a:srgbClr val="000000"/>
              </a:solidFill>
              <a:latin typeface="Arial"/>
              <a:ea typeface="Arial"/>
              <a:cs typeface="Arial"/>
              <a:sym typeface="Arial"/>
            </a:endParaRPr>
          </a:p>
        </p:txBody>
      </p:sp>
      <p:sp>
        <p:nvSpPr>
          <p:cNvPr id="350" name="Google Shape;350;p10"/>
          <p:cNvSpPr/>
          <p:nvPr/>
        </p:nvSpPr>
        <p:spPr>
          <a:xfrm>
            <a:off x="2420921" y="4848116"/>
            <a:ext cx="592786" cy="592786"/>
          </a:xfrm>
          <a:prstGeom prst="ellipse">
            <a:avLst/>
          </a:prstGeom>
          <a:solidFill>
            <a:schemeClr val="lt1"/>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10"/>
          <p:cNvSpPr/>
          <p:nvPr/>
        </p:nvSpPr>
        <p:spPr>
          <a:xfrm>
            <a:off x="2327229" y="5618648"/>
            <a:ext cx="9133684" cy="474229"/>
          </a:xfrm>
          <a:prstGeom prst="rect">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10"/>
          <p:cNvSpPr txBox="1"/>
          <p:nvPr/>
        </p:nvSpPr>
        <p:spPr>
          <a:xfrm>
            <a:off x="2327229" y="5618648"/>
            <a:ext cx="4794540" cy="474229"/>
          </a:xfrm>
          <a:prstGeom prst="rect">
            <a:avLst/>
          </a:prstGeom>
          <a:noFill/>
          <a:ln>
            <a:noFill/>
          </a:ln>
        </p:spPr>
        <p:txBody>
          <a:bodyPr spcFirstLastPara="1" wrap="square" lIns="376400" tIns="60950" rIns="60950" bIns="60950"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de-DE" sz="2400" b="0" i="0" u="none" strike="noStrike" cap="none" dirty="0">
                <a:solidFill>
                  <a:schemeClr val="lt1"/>
                </a:solidFill>
                <a:latin typeface="Arial"/>
                <a:ea typeface="Arial"/>
                <a:cs typeface="Arial"/>
                <a:sym typeface="Arial"/>
              </a:rPr>
              <a:t>Abschließen eines Schadenfalls</a:t>
            </a:r>
            <a:endParaRPr sz="1400" b="0" i="0" u="none" strike="noStrike" cap="none" dirty="0">
              <a:solidFill>
                <a:srgbClr val="000000"/>
              </a:solidFill>
              <a:latin typeface="Arial"/>
              <a:ea typeface="Arial"/>
              <a:cs typeface="Arial"/>
              <a:sym typeface="Arial"/>
            </a:endParaRPr>
          </a:p>
        </p:txBody>
      </p:sp>
      <p:sp>
        <p:nvSpPr>
          <p:cNvPr id="353" name="Google Shape;353;p10"/>
          <p:cNvSpPr/>
          <p:nvPr/>
        </p:nvSpPr>
        <p:spPr>
          <a:xfrm>
            <a:off x="2030835" y="5559370"/>
            <a:ext cx="592786" cy="592786"/>
          </a:xfrm>
          <a:prstGeom prst="ellipse">
            <a:avLst/>
          </a:prstGeom>
          <a:solidFill>
            <a:schemeClr val="lt1"/>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 grpId="0" animBg="1"/>
      <p:bldP spid="337" grpId="0"/>
      <p:bldP spid="338" grpId="0" animBg="1"/>
      <p:bldP spid="339" grpId="0" animBg="1"/>
      <p:bldP spid="340" grpId="0"/>
      <p:bldP spid="341" grpId="0" animBg="1"/>
      <p:bldP spid="342" grpId="0" animBg="1"/>
      <p:bldP spid="343" grpId="0"/>
      <p:bldP spid="344" grpId="0" animBg="1"/>
      <p:bldP spid="345" grpId="0" animBg="1"/>
      <p:bldP spid="346" grpId="0"/>
      <p:bldP spid="347" grpId="0" animBg="1"/>
      <p:bldP spid="348" grpId="0" animBg="1"/>
      <p:bldP spid="349" grpId="0"/>
      <p:bldP spid="350" grpId="0" animBg="1"/>
      <p:bldP spid="351" grpId="0" animBg="1"/>
      <p:bldP spid="352" grpId="0"/>
      <p:bldP spid="35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11" name="PB">
            <a:extLst>
              <a:ext uri="{FF2B5EF4-FFF2-40B4-BE49-F238E27FC236}">
                <a16:creationId xmlns:a16="http://schemas.microsoft.com/office/drawing/2014/main" id="{826F8F43-256A-0032-AD42-29E898FE7BF5}"/>
              </a:ext>
            </a:extLst>
          </p:cNvPr>
          <p:cNvSpPr/>
          <p:nvPr/>
        </p:nvSpPr>
        <p:spPr>
          <a:xfrm>
            <a:off x="0" y="6477000"/>
            <a:ext cx="5158154"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3" name="Google Shape;363;p11"/>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Soll-Konzept</a:t>
            </a:r>
            <a:endParaRPr/>
          </a:p>
        </p:txBody>
      </p:sp>
      <p:sp>
        <p:nvSpPr>
          <p:cNvPr id="364" name="Google Shape;364;p11"/>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B405238E-D9B5-4F2D-BAD8-47840ECDB6CD}" type="datetime1">
              <a:rPr lang="de-DE" smtClean="0">
                <a:solidFill>
                  <a:schemeClr val="bg1"/>
                </a:solidFill>
              </a:rPr>
              <a:t>18.05.2026</a:t>
            </a:fld>
            <a:endParaRPr dirty="0">
              <a:solidFill>
                <a:schemeClr val="bg1"/>
              </a:solidFill>
            </a:endParaRPr>
          </a:p>
        </p:txBody>
      </p:sp>
      <p:sp>
        <p:nvSpPr>
          <p:cNvPr id="365" name="Google Shape;365;p11"/>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a:t>Timo Funk</a:t>
            </a:r>
            <a:endParaRPr/>
          </a:p>
        </p:txBody>
      </p:sp>
      <p:sp>
        <p:nvSpPr>
          <p:cNvPr id="366" name="Google Shape;366;p11"/>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11</a:t>
            </a:fld>
            <a:r>
              <a:rPr lang="de-DE" dirty="0"/>
              <a:t> / 26</a:t>
            </a:r>
            <a:endParaRPr dirty="0"/>
          </a:p>
        </p:txBody>
      </p:sp>
      <p:sp>
        <p:nvSpPr>
          <p:cNvPr id="367" name="Google Shape;367;p11"/>
          <p:cNvSpPr txBox="1"/>
          <p:nvPr/>
        </p:nvSpPr>
        <p:spPr>
          <a:xfrm>
            <a:off x="0" y="2369694"/>
            <a:ext cx="190122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
        <p:nvSpPr>
          <p:cNvPr id="368" name="Google Shape;368;p11"/>
          <p:cNvSpPr/>
          <p:nvPr/>
        </p:nvSpPr>
        <p:spPr>
          <a:xfrm>
            <a:off x="2191728" y="2965259"/>
            <a:ext cx="2162059" cy="1792567"/>
          </a:xfrm>
          <a:prstGeom prst="roundRect">
            <a:avLst>
              <a:gd name="adj" fmla="val 25811"/>
            </a:avLst>
          </a:prstGeom>
          <a:solidFill>
            <a:schemeClr val="lt2"/>
          </a:solidFill>
          <a:ln>
            <a:noFill/>
          </a:ln>
          <a:effectLst>
            <a:outerShdw blurRad="50800" dist="38100" dir="18900000" algn="b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de-DE" sz="1800" b="0" i="0" u="none" strike="noStrike" cap="none" dirty="0">
                <a:solidFill>
                  <a:srgbClr val="000000"/>
                </a:solidFill>
                <a:latin typeface="Arial"/>
                <a:ea typeface="Arial"/>
                <a:cs typeface="Arial"/>
                <a:sym typeface="Arial"/>
              </a:rPr>
              <a:t>Neuentwicklung als Webanwendung</a:t>
            </a:r>
            <a:endParaRPr sz="1400" b="0" i="0" u="none" strike="noStrike" cap="none" dirty="0">
              <a:solidFill>
                <a:srgbClr val="000000"/>
              </a:solidFill>
              <a:latin typeface="Arial"/>
              <a:ea typeface="Arial"/>
              <a:cs typeface="Arial"/>
              <a:sym typeface="Arial"/>
            </a:endParaRPr>
          </a:p>
        </p:txBody>
      </p:sp>
      <p:sp>
        <p:nvSpPr>
          <p:cNvPr id="369" name="Google Shape;369;p11"/>
          <p:cNvSpPr/>
          <p:nvPr/>
        </p:nvSpPr>
        <p:spPr>
          <a:xfrm>
            <a:off x="4644287" y="2965260"/>
            <a:ext cx="2150686" cy="1792567"/>
          </a:xfrm>
          <a:prstGeom prst="roundRect">
            <a:avLst>
              <a:gd name="adj" fmla="val 25811"/>
            </a:avLst>
          </a:prstGeom>
          <a:solidFill>
            <a:schemeClr val="lt2"/>
          </a:solidFill>
          <a:ln>
            <a:noFill/>
          </a:ln>
          <a:effectLst>
            <a:outerShdw blurRad="50800" dist="38100" dir="18900000" algn="b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de-DE" sz="1800" b="0" i="0" u="none" strike="noStrike" cap="none">
                <a:solidFill>
                  <a:srgbClr val="000000"/>
                </a:solidFill>
                <a:latin typeface="Arial"/>
                <a:ea typeface="Arial"/>
                <a:cs typeface="Arial"/>
                <a:sym typeface="Arial"/>
              </a:rPr>
              <a:t>Testen der neuen Anwendung</a:t>
            </a:r>
            <a:endParaRPr sz="1400" b="0" i="0" u="none" strike="noStrike" cap="none">
              <a:solidFill>
                <a:srgbClr val="000000"/>
              </a:solidFill>
              <a:latin typeface="Arial"/>
              <a:ea typeface="Arial"/>
              <a:cs typeface="Arial"/>
              <a:sym typeface="Arial"/>
            </a:endParaRPr>
          </a:p>
        </p:txBody>
      </p:sp>
      <p:sp>
        <p:nvSpPr>
          <p:cNvPr id="370" name="Google Shape;370;p11"/>
          <p:cNvSpPr/>
          <p:nvPr/>
        </p:nvSpPr>
        <p:spPr>
          <a:xfrm>
            <a:off x="7091160" y="2965259"/>
            <a:ext cx="2150686" cy="1792567"/>
          </a:xfrm>
          <a:prstGeom prst="roundRect">
            <a:avLst>
              <a:gd name="adj" fmla="val 25811"/>
            </a:avLst>
          </a:prstGeom>
          <a:solidFill>
            <a:schemeClr val="accent6">
              <a:lumMod val="40000"/>
              <a:lumOff val="60000"/>
            </a:schemeClr>
          </a:solidFill>
          <a:ln>
            <a:noFill/>
          </a:ln>
          <a:effectLst>
            <a:outerShdw blurRad="50800" dist="38100" dir="18900000" algn="b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de-DE" sz="1800" b="0" i="0" u="none" strike="noStrike" cap="none">
                <a:solidFill>
                  <a:srgbClr val="000000"/>
                </a:solidFill>
                <a:latin typeface="Arial"/>
                <a:ea typeface="Arial"/>
                <a:cs typeface="Arial"/>
                <a:sym typeface="Arial"/>
              </a:rPr>
              <a:t>Schulung der Anwender</a:t>
            </a:r>
            <a:endParaRPr sz="1400" b="0" i="0" u="none" strike="noStrike" cap="none">
              <a:solidFill>
                <a:srgbClr val="000000"/>
              </a:solidFill>
              <a:latin typeface="Arial"/>
              <a:ea typeface="Arial"/>
              <a:cs typeface="Arial"/>
              <a:sym typeface="Arial"/>
            </a:endParaRPr>
          </a:p>
        </p:txBody>
      </p:sp>
      <p:sp>
        <p:nvSpPr>
          <p:cNvPr id="371" name="Google Shape;371;p11"/>
          <p:cNvSpPr/>
          <p:nvPr/>
        </p:nvSpPr>
        <p:spPr>
          <a:xfrm>
            <a:off x="9538033" y="2932974"/>
            <a:ext cx="2150686" cy="1792567"/>
          </a:xfrm>
          <a:prstGeom prst="roundRect">
            <a:avLst>
              <a:gd name="adj" fmla="val 25811"/>
            </a:avLst>
          </a:prstGeom>
          <a:solidFill>
            <a:schemeClr val="accent6">
              <a:lumMod val="40000"/>
              <a:lumOff val="60000"/>
            </a:schemeClr>
          </a:solidFill>
          <a:ln>
            <a:noFill/>
          </a:ln>
          <a:effectLst>
            <a:outerShdw blurRad="50800" dist="38100" dir="18900000" algn="b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de-DE" sz="1800" b="0" i="0" u="none" strike="noStrike" cap="none" dirty="0">
                <a:solidFill>
                  <a:srgbClr val="000000"/>
                </a:solidFill>
                <a:latin typeface="Arial"/>
                <a:ea typeface="Arial"/>
                <a:cs typeface="Arial"/>
                <a:sym typeface="Arial"/>
              </a:rPr>
              <a:t>Einführen bei den Anwendern</a:t>
            </a:r>
            <a:endParaRPr sz="1400" b="0" i="0" u="none" strike="noStrike" cap="none" dirty="0">
              <a:solidFill>
                <a:srgbClr val="000000"/>
              </a:solidFill>
              <a:latin typeface="Arial"/>
              <a:ea typeface="Arial"/>
              <a:cs typeface="Arial"/>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8"/>
                                        </p:tgtEl>
                                        <p:attrNameLst>
                                          <p:attrName>style.visibility</p:attrName>
                                        </p:attrNameLst>
                                      </p:cBhvr>
                                      <p:to>
                                        <p:strVal val="visible"/>
                                      </p:to>
                                    </p:set>
                                    <p:animEffect transition="in" filter="fade">
                                      <p:cBhvr>
                                        <p:cTn id="7" dur="500"/>
                                        <p:tgtEl>
                                          <p:spTgt spid="3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9"/>
                                        </p:tgtEl>
                                        <p:attrNameLst>
                                          <p:attrName>style.visibility</p:attrName>
                                        </p:attrNameLst>
                                      </p:cBhvr>
                                      <p:to>
                                        <p:strVal val="visible"/>
                                      </p:to>
                                    </p:set>
                                    <p:animEffect transition="in" filter="fade">
                                      <p:cBhvr>
                                        <p:cTn id="12" dur="500"/>
                                        <p:tgtEl>
                                          <p:spTgt spid="36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0"/>
                                        </p:tgtEl>
                                        <p:attrNameLst>
                                          <p:attrName>style.visibility</p:attrName>
                                        </p:attrNameLst>
                                      </p:cBhvr>
                                      <p:to>
                                        <p:strVal val="visible"/>
                                      </p:to>
                                    </p:set>
                                    <p:animEffect transition="in" filter="fade">
                                      <p:cBhvr>
                                        <p:cTn id="17" dur="500"/>
                                        <p:tgtEl>
                                          <p:spTgt spid="37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1"/>
                                        </p:tgtEl>
                                        <p:attrNameLst>
                                          <p:attrName>style.visibility</p:attrName>
                                        </p:attrNameLst>
                                      </p:cBhvr>
                                      <p:to>
                                        <p:strVal val="visible"/>
                                      </p:to>
                                    </p:set>
                                    <p:animEffect transition="in" filter="fade">
                                      <p:cBhvr>
                                        <p:cTn id="22" dur="500"/>
                                        <p:tgtEl>
                                          <p:spTgt spid="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11" name="PB">
            <a:extLst>
              <a:ext uri="{FF2B5EF4-FFF2-40B4-BE49-F238E27FC236}">
                <a16:creationId xmlns:a16="http://schemas.microsoft.com/office/drawing/2014/main" id="{E0C57721-F737-8C56-053E-0FA3E77FB667}"/>
              </a:ext>
            </a:extLst>
          </p:cNvPr>
          <p:cNvSpPr/>
          <p:nvPr/>
        </p:nvSpPr>
        <p:spPr>
          <a:xfrm>
            <a:off x="0" y="6477000"/>
            <a:ext cx="5627077"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6" name="Google Shape;376;p12"/>
          <p:cNvSpPr txBox="1">
            <a:spLocks noGrp="1"/>
          </p:cNvSpPr>
          <p:nvPr>
            <p:ph type="title"/>
          </p:nvPr>
        </p:nvSpPr>
        <p:spPr>
          <a:xfrm>
            <a:off x="844550" y="102241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dirty="0"/>
              <a:t>Realisierung</a:t>
            </a:r>
            <a:endParaRPr dirty="0"/>
          </a:p>
        </p:txBody>
      </p:sp>
      <p:sp>
        <p:nvSpPr>
          <p:cNvPr id="377" name="Google Shape;377;p12"/>
          <p:cNvSpPr txBox="1">
            <a:spLocks noGrp="1"/>
          </p:cNvSpPr>
          <p:nvPr>
            <p:ph type="body" idx="1"/>
          </p:nvPr>
        </p:nvSpPr>
        <p:spPr>
          <a:xfrm>
            <a:off x="844550" y="3939223"/>
            <a:ext cx="10515600" cy="189635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888888"/>
              </a:buClr>
              <a:buSzPct val="100000"/>
              <a:buNone/>
            </a:pPr>
            <a:r>
              <a:rPr lang="de-DE" sz="2200" dirty="0"/>
              <a:t>Projektverlauf</a:t>
            </a:r>
          </a:p>
          <a:p>
            <a:pPr marL="0" lvl="0" indent="0" algn="l" rtl="0">
              <a:lnSpc>
                <a:spcPct val="90000"/>
              </a:lnSpc>
              <a:spcBef>
                <a:spcPts val="1000"/>
              </a:spcBef>
              <a:spcAft>
                <a:spcPts val="0"/>
              </a:spcAft>
              <a:buClr>
                <a:srgbClr val="888888"/>
              </a:buClr>
              <a:buSzPct val="100000"/>
              <a:buNone/>
            </a:pPr>
            <a:r>
              <a:rPr lang="de-DE" sz="2200" dirty="0"/>
              <a:t>Erstellung der Datenbank</a:t>
            </a:r>
          </a:p>
          <a:p>
            <a:pPr marL="0" lvl="0" indent="0" algn="l" rtl="0">
              <a:lnSpc>
                <a:spcPct val="90000"/>
              </a:lnSpc>
              <a:spcBef>
                <a:spcPts val="1000"/>
              </a:spcBef>
              <a:spcAft>
                <a:spcPts val="0"/>
              </a:spcAft>
              <a:buClr>
                <a:srgbClr val="888888"/>
              </a:buClr>
              <a:buSzPct val="100000"/>
              <a:buNone/>
            </a:pPr>
            <a:r>
              <a:rPr lang="de-DE" sz="2200" dirty="0"/>
              <a:t>Erstellung der Login-Seite</a:t>
            </a:r>
          </a:p>
          <a:p>
            <a:pPr marL="0" lvl="0" indent="0" algn="l" rtl="0">
              <a:lnSpc>
                <a:spcPct val="90000"/>
              </a:lnSpc>
              <a:spcBef>
                <a:spcPts val="1000"/>
              </a:spcBef>
              <a:spcAft>
                <a:spcPts val="0"/>
              </a:spcAft>
              <a:buClr>
                <a:srgbClr val="888888"/>
              </a:buClr>
              <a:buSzPct val="100000"/>
              <a:buNone/>
            </a:pPr>
            <a:r>
              <a:rPr lang="de-DE" sz="2200" dirty="0"/>
              <a:t>Anbindung an AD</a:t>
            </a:r>
          </a:p>
          <a:p>
            <a:pPr marL="0" lvl="0" indent="0" algn="l" rtl="0">
              <a:lnSpc>
                <a:spcPct val="90000"/>
              </a:lnSpc>
              <a:spcBef>
                <a:spcPts val="1000"/>
              </a:spcBef>
              <a:spcAft>
                <a:spcPts val="0"/>
              </a:spcAft>
              <a:buClr>
                <a:srgbClr val="888888"/>
              </a:buClr>
              <a:buSzPct val="100000"/>
              <a:buNone/>
            </a:pPr>
            <a:r>
              <a:rPr lang="de-DE" sz="2200" dirty="0"/>
              <a:t>Erstellung eines Schadenfalls</a:t>
            </a:r>
          </a:p>
          <a:p>
            <a:pPr marL="0" lvl="0" indent="0" algn="l" rtl="0">
              <a:lnSpc>
                <a:spcPct val="90000"/>
              </a:lnSpc>
              <a:spcBef>
                <a:spcPts val="1000"/>
              </a:spcBef>
              <a:spcAft>
                <a:spcPts val="0"/>
              </a:spcAft>
              <a:buClr>
                <a:srgbClr val="888888"/>
              </a:buClr>
              <a:buSzPct val="100000"/>
              <a:buNone/>
            </a:pPr>
            <a:r>
              <a:rPr lang="de-DE" sz="2200" dirty="0"/>
              <a:t>Abschließen eines Schadenfalls</a:t>
            </a:r>
          </a:p>
        </p:txBody>
      </p:sp>
      <p:sp>
        <p:nvSpPr>
          <p:cNvPr id="378" name="Google Shape;378;p12"/>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BA91DD7D-AB24-4FCF-B757-E5B1910114E9}" type="datetime1">
              <a:rPr lang="de-DE" smtClean="0">
                <a:solidFill>
                  <a:schemeClr val="bg1"/>
                </a:solidFill>
              </a:rPr>
              <a:t>18.05.2026</a:t>
            </a:fld>
            <a:endParaRPr dirty="0">
              <a:solidFill>
                <a:schemeClr val="bg1"/>
              </a:solidFill>
            </a:endParaRPr>
          </a:p>
        </p:txBody>
      </p:sp>
      <p:sp>
        <p:nvSpPr>
          <p:cNvPr id="379" name="Google Shape;379;p12"/>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a:t>Timo Funk</a:t>
            </a:r>
            <a:endParaRPr/>
          </a:p>
        </p:txBody>
      </p:sp>
      <p:sp>
        <p:nvSpPr>
          <p:cNvPr id="380" name="Google Shape;380;p12"/>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12</a:t>
            </a:fld>
            <a:r>
              <a:rPr lang="de-DE" dirty="0"/>
              <a:t> / 26</a:t>
            </a:r>
            <a:endParaRPr dirty="0"/>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11" name="PB">
            <a:extLst>
              <a:ext uri="{FF2B5EF4-FFF2-40B4-BE49-F238E27FC236}">
                <a16:creationId xmlns:a16="http://schemas.microsoft.com/office/drawing/2014/main" id="{B14B5917-27B3-B3B6-ECA5-8DAB6E979BCB}"/>
              </a:ext>
            </a:extLst>
          </p:cNvPr>
          <p:cNvSpPr/>
          <p:nvPr/>
        </p:nvSpPr>
        <p:spPr>
          <a:xfrm>
            <a:off x="0" y="6477000"/>
            <a:ext cx="6096000"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6" name="Google Shape;386;p13"/>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dirty="0"/>
              <a:t>Projektverlauf</a:t>
            </a:r>
            <a:endParaRPr dirty="0"/>
          </a:p>
        </p:txBody>
      </p:sp>
      <p:sp>
        <p:nvSpPr>
          <p:cNvPr id="387" name="Google Shape;387;p13"/>
          <p:cNvSpPr txBox="1">
            <a:spLocks noGrp="1"/>
          </p:cNvSpPr>
          <p:nvPr>
            <p:ph type="body" idx="1"/>
          </p:nvPr>
        </p:nvSpPr>
        <p:spPr>
          <a:xfrm>
            <a:off x="1964602" y="1825625"/>
            <a:ext cx="9558455" cy="450445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685800" lvl="1" indent="-76200" algn="l" rtl="0">
              <a:lnSpc>
                <a:spcPct val="90000"/>
              </a:lnSpc>
              <a:spcBef>
                <a:spcPts val="500"/>
              </a:spcBef>
              <a:spcAft>
                <a:spcPts val="0"/>
              </a:spcAft>
              <a:buClr>
                <a:schemeClr val="dk1"/>
              </a:buClr>
              <a:buSzPts val="2400"/>
              <a:buNone/>
            </a:pPr>
            <a:endParaRPr dirty="0"/>
          </a:p>
          <a:p>
            <a:pPr marL="685800" lvl="1" indent="-76200" algn="l" rtl="0">
              <a:lnSpc>
                <a:spcPct val="90000"/>
              </a:lnSpc>
              <a:spcBef>
                <a:spcPts val="500"/>
              </a:spcBef>
              <a:spcAft>
                <a:spcPts val="0"/>
              </a:spcAft>
              <a:buClr>
                <a:schemeClr val="dk1"/>
              </a:buClr>
              <a:buSzPts val="2400"/>
              <a:buNone/>
            </a:pPr>
            <a:endParaRPr dirty="0"/>
          </a:p>
        </p:txBody>
      </p:sp>
      <p:sp>
        <p:nvSpPr>
          <p:cNvPr id="388" name="Google Shape;388;p13"/>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BFED78BF-BFEF-4194-AD3F-24A2B704C7CE}" type="datetime1">
              <a:rPr lang="de-DE" smtClean="0">
                <a:solidFill>
                  <a:schemeClr val="bg1"/>
                </a:solidFill>
              </a:rPr>
              <a:t>18.05.2026</a:t>
            </a:fld>
            <a:endParaRPr dirty="0">
              <a:solidFill>
                <a:schemeClr val="bg1"/>
              </a:solidFill>
            </a:endParaRPr>
          </a:p>
        </p:txBody>
      </p:sp>
      <p:sp>
        <p:nvSpPr>
          <p:cNvPr id="389" name="Google Shape;389;p13"/>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a:t>
            </a:r>
            <a:r>
              <a:rPr lang="de-DE" dirty="0"/>
              <a:t> Funk</a:t>
            </a:r>
            <a:endParaRPr dirty="0"/>
          </a:p>
        </p:txBody>
      </p:sp>
      <p:sp>
        <p:nvSpPr>
          <p:cNvPr id="390" name="Google Shape;390;p13"/>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13</a:t>
            </a:fld>
            <a:r>
              <a:rPr lang="de-DE" dirty="0"/>
              <a:t> / 26</a:t>
            </a:r>
            <a:endParaRPr dirty="0"/>
          </a:p>
        </p:txBody>
      </p:sp>
      <p:sp>
        <p:nvSpPr>
          <p:cNvPr id="392" name="Google Shape;392;p13"/>
          <p:cNvSpPr/>
          <p:nvPr/>
        </p:nvSpPr>
        <p:spPr>
          <a:xfrm>
            <a:off x="2191432" y="5070661"/>
            <a:ext cx="7809135" cy="1102997"/>
          </a:xfrm>
          <a:prstGeom prst="rect">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13"/>
          <p:cNvSpPr txBox="1"/>
          <p:nvPr/>
        </p:nvSpPr>
        <p:spPr>
          <a:xfrm>
            <a:off x="2191432" y="5070661"/>
            <a:ext cx="7809135" cy="595618"/>
          </a:xfrm>
          <a:prstGeom prst="rect">
            <a:avLst/>
          </a:prstGeom>
          <a:noFill/>
          <a:ln>
            <a:noFill/>
          </a:ln>
        </p:spPr>
        <p:txBody>
          <a:bodyPr spcFirstLastPara="1" wrap="square" lIns="142225" tIns="142225" rIns="142225" bIns="142225" anchor="ctr" anchorCtr="0">
            <a:noAutofit/>
          </a:bodyPr>
          <a:lstStyle/>
          <a:p>
            <a:pPr marL="0" marR="0" lvl="0" indent="0" algn="ctr" rtl="0">
              <a:lnSpc>
                <a:spcPct val="90000"/>
              </a:lnSpc>
              <a:spcBef>
                <a:spcPts val="0"/>
              </a:spcBef>
              <a:spcAft>
                <a:spcPts val="0"/>
              </a:spcAft>
              <a:buClr>
                <a:schemeClr val="lt1"/>
              </a:buClr>
              <a:buSzPts val="2000"/>
              <a:buFont typeface="Arial"/>
              <a:buNone/>
            </a:pPr>
            <a:r>
              <a:rPr lang="de-DE" sz="2000" b="0" i="0" u="none" strike="noStrike" cap="none">
                <a:solidFill>
                  <a:schemeClr val="lt1"/>
                </a:solidFill>
                <a:latin typeface="Arial"/>
                <a:ea typeface="Arial"/>
                <a:cs typeface="Arial"/>
                <a:sym typeface="Arial"/>
              </a:rPr>
              <a:t>Abschlussphase</a:t>
            </a:r>
            <a:endParaRPr sz="1400" b="0" i="0" u="none" strike="noStrike" cap="none">
              <a:solidFill>
                <a:srgbClr val="000000"/>
              </a:solidFill>
              <a:latin typeface="Arial"/>
              <a:ea typeface="Arial"/>
              <a:cs typeface="Arial"/>
              <a:sym typeface="Arial"/>
            </a:endParaRPr>
          </a:p>
        </p:txBody>
      </p:sp>
      <p:sp>
        <p:nvSpPr>
          <p:cNvPr id="394" name="Google Shape;394;p13"/>
          <p:cNvSpPr/>
          <p:nvPr/>
        </p:nvSpPr>
        <p:spPr>
          <a:xfrm>
            <a:off x="2191432" y="5644220"/>
            <a:ext cx="3904567" cy="507378"/>
          </a:xfrm>
          <a:prstGeom prst="rect">
            <a:avLst/>
          </a:prstGeom>
          <a:solidFill>
            <a:srgbClr val="CFDEEF">
              <a:alpha val="90196"/>
            </a:srgbClr>
          </a:solidFill>
          <a:ln w="12700" cap="flat" cmpd="sng">
            <a:solidFill>
              <a:srgbClr val="CFDEEF">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13"/>
          <p:cNvSpPr txBox="1"/>
          <p:nvPr/>
        </p:nvSpPr>
        <p:spPr>
          <a:xfrm>
            <a:off x="2191432" y="5644220"/>
            <a:ext cx="3904567" cy="507378"/>
          </a:xfrm>
          <a:prstGeom prst="rect">
            <a:avLst/>
          </a:prstGeom>
          <a:noFill/>
          <a:ln>
            <a:noFill/>
          </a:ln>
        </p:spPr>
        <p:txBody>
          <a:bodyPr spcFirstLastPara="1" wrap="square" lIns="99550" tIns="17775" rIns="99550" bIns="17775" anchor="ctr" anchorCtr="0">
            <a:noAutofit/>
          </a:bodyPr>
          <a:lstStyle/>
          <a:p>
            <a:pPr marL="0" marR="0" lvl="0" indent="0" algn="ctr" rtl="0">
              <a:lnSpc>
                <a:spcPct val="90000"/>
              </a:lnSpc>
              <a:spcBef>
                <a:spcPts val="0"/>
              </a:spcBef>
              <a:spcAft>
                <a:spcPts val="0"/>
              </a:spcAft>
              <a:buClr>
                <a:schemeClr val="dk1"/>
              </a:buClr>
              <a:buSzPts val="1400"/>
              <a:buFont typeface="Arial"/>
              <a:buNone/>
            </a:pPr>
            <a:r>
              <a:rPr lang="de-DE" sz="1400" b="0" i="0" u="none" strike="noStrike" cap="none" dirty="0">
                <a:solidFill>
                  <a:schemeClr val="dk1"/>
                </a:solidFill>
                <a:latin typeface="Arial"/>
                <a:ea typeface="Arial"/>
                <a:cs typeface="Arial"/>
                <a:sym typeface="Arial"/>
              </a:rPr>
              <a:t>Testphase &amp; Fehlersuche</a:t>
            </a:r>
            <a:endParaRPr sz="1400" b="0" i="0" u="none" strike="noStrike" cap="none" dirty="0">
              <a:solidFill>
                <a:srgbClr val="000000"/>
              </a:solidFill>
              <a:latin typeface="Arial"/>
              <a:ea typeface="Arial"/>
              <a:cs typeface="Arial"/>
              <a:sym typeface="Arial"/>
            </a:endParaRPr>
          </a:p>
        </p:txBody>
      </p:sp>
      <p:sp>
        <p:nvSpPr>
          <p:cNvPr id="396" name="Google Shape;396;p13"/>
          <p:cNvSpPr/>
          <p:nvPr/>
        </p:nvSpPr>
        <p:spPr>
          <a:xfrm>
            <a:off x="6095999" y="5644220"/>
            <a:ext cx="3904567" cy="507378"/>
          </a:xfrm>
          <a:prstGeom prst="rect">
            <a:avLst/>
          </a:prstGeom>
          <a:solidFill>
            <a:srgbClr val="CFDEEF">
              <a:alpha val="90196"/>
            </a:srgbClr>
          </a:solidFill>
          <a:ln w="12700" cap="flat" cmpd="sng">
            <a:solidFill>
              <a:srgbClr val="CFDEEF">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13"/>
          <p:cNvSpPr txBox="1"/>
          <p:nvPr/>
        </p:nvSpPr>
        <p:spPr>
          <a:xfrm>
            <a:off x="6095999" y="5644220"/>
            <a:ext cx="3904567" cy="507378"/>
          </a:xfrm>
          <a:prstGeom prst="rect">
            <a:avLst/>
          </a:prstGeom>
          <a:noFill/>
          <a:ln>
            <a:noFill/>
          </a:ln>
        </p:spPr>
        <p:txBody>
          <a:bodyPr spcFirstLastPara="1" wrap="square" lIns="99550" tIns="17775" rIns="99550" bIns="17775" anchor="ctr" anchorCtr="0">
            <a:noAutofit/>
          </a:bodyPr>
          <a:lstStyle/>
          <a:p>
            <a:pPr marL="0" marR="0" lvl="0" indent="0" algn="ctr" rtl="0">
              <a:lnSpc>
                <a:spcPct val="90000"/>
              </a:lnSpc>
              <a:spcBef>
                <a:spcPts val="0"/>
              </a:spcBef>
              <a:spcAft>
                <a:spcPts val="0"/>
              </a:spcAft>
              <a:buClr>
                <a:schemeClr val="dk1"/>
              </a:buClr>
              <a:buSzPts val="1400"/>
              <a:buFont typeface="Arial"/>
              <a:buNone/>
            </a:pPr>
            <a:r>
              <a:rPr lang="de-DE" sz="1400" b="0" i="0" u="none" strike="noStrike" cap="none" dirty="0">
                <a:solidFill>
                  <a:schemeClr val="dk1"/>
                </a:solidFill>
                <a:latin typeface="Arial"/>
                <a:ea typeface="Arial"/>
                <a:cs typeface="Arial"/>
                <a:sym typeface="Arial"/>
              </a:rPr>
              <a:t>Dokumentation</a:t>
            </a:r>
            <a:endParaRPr sz="1400" b="0" i="0" u="none" strike="noStrike" cap="none" dirty="0">
              <a:solidFill>
                <a:srgbClr val="000000"/>
              </a:solidFill>
              <a:latin typeface="Arial"/>
              <a:ea typeface="Arial"/>
              <a:cs typeface="Arial"/>
              <a:sym typeface="Arial"/>
            </a:endParaRPr>
          </a:p>
        </p:txBody>
      </p:sp>
      <p:sp>
        <p:nvSpPr>
          <p:cNvPr id="398" name="Google Shape;398;p13"/>
          <p:cNvSpPr/>
          <p:nvPr/>
        </p:nvSpPr>
        <p:spPr>
          <a:xfrm rot="10800000">
            <a:off x="2191432" y="3390796"/>
            <a:ext cx="7809135" cy="1696409"/>
          </a:xfrm>
          <a:prstGeom prst="upArrowCallout">
            <a:avLst>
              <a:gd name="adj1" fmla="val 25000"/>
              <a:gd name="adj2" fmla="val 25000"/>
              <a:gd name="adj3" fmla="val 25000"/>
              <a:gd name="adj4" fmla="val 64977"/>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13"/>
          <p:cNvSpPr txBox="1"/>
          <p:nvPr/>
        </p:nvSpPr>
        <p:spPr>
          <a:xfrm>
            <a:off x="2191432" y="3390796"/>
            <a:ext cx="7809135" cy="595439"/>
          </a:xfrm>
          <a:prstGeom prst="rect">
            <a:avLst/>
          </a:prstGeom>
          <a:noFill/>
          <a:ln>
            <a:noFill/>
          </a:ln>
        </p:spPr>
        <p:txBody>
          <a:bodyPr spcFirstLastPara="1" wrap="square" lIns="142225" tIns="142225" rIns="142225" bIns="142225" anchor="ctr" anchorCtr="0">
            <a:noAutofit/>
          </a:bodyPr>
          <a:lstStyle/>
          <a:p>
            <a:pPr marL="0" marR="0" lvl="0" indent="0" algn="ctr" rtl="0">
              <a:lnSpc>
                <a:spcPct val="90000"/>
              </a:lnSpc>
              <a:spcBef>
                <a:spcPts val="0"/>
              </a:spcBef>
              <a:spcAft>
                <a:spcPts val="0"/>
              </a:spcAft>
              <a:buClr>
                <a:schemeClr val="lt1"/>
              </a:buClr>
              <a:buSzPts val="2000"/>
              <a:buFont typeface="Arial"/>
              <a:buNone/>
            </a:pPr>
            <a:r>
              <a:rPr lang="de-DE" sz="2000" b="0" i="0" u="none" strike="noStrike" cap="none">
                <a:solidFill>
                  <a:schemeClr val="lt1"/>
                </a:solidFill>
                <a:latin typeface="Arial"/>
                <a:ea typeface="Arial"/>
                <a:cs typeface="Arial"/>
                <a:sym typeface="Arial"/>
              </a:rPr>
              <a:t>Realisierungsphase</a:t>
            </a:r>
            <a:endParaRPr sz="1400" b="0" i="0" u="none" strike="noStrike" cap="none">
              <a:solidFill>
                <a:srgbClr val="000000"/>
              </a:solidFill>
              <a:latin typeface="Arial"/>
              <a:ea typeface="Arial"/>
              <a:cs typeface="Arial"/>
              <a:sym typeface="Arial"/>
            </a:endParaRPr>
          </a:p>
        </p:txBody>
      </p:sp>
      <p:sp>
        <p:nvSpPr>
          <p:cNvPr id="400" name="Google Shape;400;p13"/>
          <p:cNvSpPr/>
          <p:nvPr/>
        </p:nvSpPr>
        <p:spPr>
          <a:xfrm>
            <a:off x="2195245" y="3986236"/>
            <a:ext cx="2600502" cy="507226"/>
          </a:xfrm>
          <a:prstGeom prst="rect">
            <a:avLst/>
          </a:prstGeom>
          <a:solidFill>
            <a:srgbClr val="CFDEEF">
              <a:alpha val="90196"/>
            </a:srgbClr>
          </a:solidFill>
          <a:ln w="12700" cap="flat" cmpd="sng">
            <a:solidFill>
              <a:srgbClr val="CFDEEF">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13"/>
          <p:cNvSpPr txBox="1"/>
          <p:nvPr/>
        </p:nvSpPr>
        <p:spPr>
          <a:xfrm>
            <a:off x="2195245" y="3986236"/>
            <a:ext cx="2600502" cy="507226"/>
          </a:xfrm>
          <a:prstGeom prst="rect">
            <a:avLst/>
          </a:prstGeom>
          <a:noFill/>
          <a:ln>
            <a:noFill/>
          </a:ln>
        </p:spPr>
        <p:txBody>
          <a:bodyPr spcFirstLastPara="1" wrap="square" lIns="99550" tIns="17775" rIns="99550" bIns="17775" anchor="ctr" anchorCtr="0">
            <a:noAutofit/>
          </a:bodyPr>
          <a:lstStyle/>
          <a:p>
            <a:pPr marL="0" marR="0" lvl="0" indent="0" algn="ctr" rtl="0">
              <a:lnSpc>
                <a:spcPct val="90000"/>
              </a:lnSpc>
              <a:spcBef>
                <a:spcPts val="0"/>
              </a:spcBef>
              <a:spcAft>
                <a:spcPts val="0"/>
              </a:spcAft>
              <a:buClr>
                <a:schemeClr val="dk1"/>
              </a:buClr>
              <a:buSzPts val="1400"/>
              <a:buFont typeface="Arial"/>
              <a:buNone/>
            </a:pPr>
            <a:r>
              <a:rPr lang="de-DE" sz="1400" b="0" i="0" u="none" strike="noStrike" cap="none" dirty="0">
                <a:solidFill>
                  <a:schemeClr val="dk1"/>
                </a:solidFill>
                <a:latin typeface="Arial"/>
                <a:ea typeface="Arial"/>
                <a:cs typeface="Arial"/>
                <a:sym typeface="Arial"/>
              </a:rPr>
              <a:t>Erstellung der Datenbank</a:t>
            </a:r>
            <a:endParaRPr sz="1400" b="0" i="0" u="none" strike="noStrike" cap="none" dirty="0">
              <a:solidFill>
                <a:srgbClr val="000000"/>
              </a:solidFill>
              <a:latin typeface="Arial"/>
              <a:ea typeface="Arial"/>
              <a:cs typeface="Arial"/>
              <a:sym typeface="Arial"/>
            </a:endParaRPr>
          </a:p>
        </p:txBody>
      </p:sp>
      <p:sp>
        <p:nvSpPr>
          <p:cNvPr id="402" name="Google Shape;402;p13"/>
          <p:cNvSpPr/>
          <p:nvPr/>
        </p:nvSpPr>
        <p:spPr>
          <a:xfrm>
            <a:off x="4795748" y="3986236"/>
            <a:ext cx="2600502" cy="507226"/>
          </a:xfrm>
          <a:prstGeom prst="rect">
            <a:avLst/>
          </a:prstGeom>
          <a:solidFill>
            <a:srgbClr val="CFDEEF">
              <a:alpha val="90196"/>
            </a:srgbClr>
          </a:solidFill>
          <a:ln w="12700" cap="flat" cmpd="sng">
            <a:solidFill>
              <a:srgbClr val="CFDEEF">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13"/>
          <p:cNvSpPr txBox="1"/>
          <p:nvPr/>
        </p:nvSpPr>
        <p:spPr>
          <a:xfrm>
            <a:off x="4795748" y="3986236"/>
            <a:ext cx="2600502" cy="507226"/>
          </a:xfrm>
          <a:prstGeom prst="rect">
            <a:avLst/>
          </a:prstGeom>
          <a:noFill/>
          <a:ln>
            <a:noFill/>
          </a:ln>
        </p:spPr>
        <p:txBody>
          <a:bodyPr spcFirstLastPara="1" wrap="square" lIns="99550" tIns="17775" rIns="99550" bIns="17775" anchor="ctr" anchorCtr="0">
            <a:noAutofit/>
          </a:bodyPr>
          <a:lstStyle/>
          <a:p>
            <a:pPr marL="0" marR="0" lvl="0" indent="0" algn="ctr" rtl="0">
              <a:lnSpc>
                <a:spcPct val="90000"/>
              </a:lnSpc>
              <a:spcBef>
                <a:spcPts val="0"/>
              </a:spcBef>
              <a:spcAft>
                <a:spcPts val="0"/>
              </a:spcAft>
              <a:buClr>
                <a:schemeClr val="dk1"/>
              </a:buClr>
              <a:buSzPts val="1400"/>
              <a:buFont typeface="Arial"/>
              <a:buNone/>
            </a:pPr>
            <a:r>
              <a:rPr lang="de-DE" sz="1400" b="0" i="0" u="none" strike="noStrike" cap="none" dirty="0">
                <a:solidFill>
                  <a:schemeClr val="dk1"/>
                </a:solidFill>
                <a:latin typeface="Arial"/>
                <a:ea typeface="Arial"/>
                <a:cs typeface="Arial"/>
                <a:sym typeface="Arial"/>
              </a:rPr>
              <a:t>Entwicklung der Funktionen</a:t>
            </a:r>
            <a:endParaRPr sz="1400" b="0" i="0" u="none" strike="noStrike" cap="none" dirty="0">
              <a:solidFill>
                <a:srgbClr val="000000"/>
              </a:solidFill>
              <a:latin typeface="Arial"/>
              <a:ea typeface="Arial"/>
              <a:cs typeface="Arial"/>
              <a:sym typeface="Arial"/>
            </a:endParaRPr>
          </a:p>
        </p:txBody>
      </p:sp>
      <p:sp>
        <p:nvSpPr>
          <p:cNvPr id="404" name="Google Shape;404;p13"/>
          <p:cNvSpPr/>
          <p:nvPr/>
        </p:nvSpPr>
        <p:spPr>
          <a:xfrm>
            <a:off x="7396250" y="3986236"/>
            <a:ext cx="2600502" cy="507226"/>
          </a:xfrm>
          <a:prstGeom prst="rect">
            <a:avLst/>
          </a:prstGeom>
          <a:solidFill>
            <a:srgbClr val="CFDEEF">
              <a:alpha val="90196"/>
            </a:srgbClr>
          </a:solidFill>
          <a:ln w="12700" cap="flat" cmpd="sng">
            <a:solidFill>
              <a:srgbClr val="CFDEEF">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13"/>
          <p:cNvSpPr txBox="1"/>
          <p:nvPr/>
        </p:nvSpPr>
        <p:spPr>
          <a:xfrm>
            <a:off x="7396250" y="3986236"/>
            <a:ext cx="2600502" cy="507226"/>
          </a:xfrm>
          <a:prstGeom prst="rect">
            <a:avLst/>
          </a:prstGeom>
          <a:noFill/>
          <a:ln>
            <a:noFill/>
          </a:ln>
        </p:spPr>
        <p:txBody>
          <a:bodyPr spcFirstLastPara="1" wrap="square" lIns="99550" tIns="17775" rIns="99550" bIns="17775" anchor="ctr" anchorCtr="0">
            <a:noAutofit/>
          </a:bodyPr>
          <a:lstStyle/>
          <a:p>
            <a:pPr marL="0" marR="0" lvl="0" indent="0" algn="ctr" rtl="0">
              <a:lnSpc>
                <a:spcPct val="90000"/>
              </a:lnSpc>
              <a:spcBef>
                <a:spcPts val="0"/>
              </a:spcBef>
              <a:spcAft>
                <a:spcPts val="0"/>
              </a:spcAft>
              <a:buClr>
                <a:schemeClr val="dk1"/>
              </a:buClr>
              <a:buSzPts val="1400"/>
              <a:buFont typeface="Arial"/>
              <a:buNone/>
            </a:pPr>
            <a:r>
              <a:rPr lang="de-DE" sz="1400" b="0" i="0" u="none" strike="noStrike" cap="none" dirty="0">
                <a:solidFill>
                  <a:schemeClr val="dk1"/>
                </a:solidFill>
                <a:latin typeface="Arial"/>
                <a:ea typeface="Arial"/>
                <a:cs typeface="Arial"/>
                <a:sym typeface="Arial"/>
              </a:rPr>
              <a:t>Anbindung an bestehendes Netz</a:t>
            </a:r>
            <a:endParaRPr sz="1400" b="0" i="0" u="none" strike="noStrike" cap="none" dirty="0">
              <a:solidFill>
                <a:srgbClr val="000000"/>
              </a:solidFill>
              <a:latin typeface="Arial"/>
              <a:ea typeface="Arial"/>
              <a:cs typeface="Arial"/>
              <a:sym typeface="Arial"/>
            </a:endParaRPr>
          </a:p>
        </p:txBody>
      </p:sp>
      <p:sp>
        <p:nvSpPr>
          <p:cNvPr id="406" name="Google Shape;406;p13"/>
          <p:cNvSpPr/>
          <p:nvPr/>
        </p:nvSpPr>
        <p:spPr>
          <a:xfrm rot="10800000">
            <a:off x="2191432" y="1710143"/>
            <a:ext cx="7809135" cy="1696409"/>
          </a:xfrm>
          <a:prstGeom prst="upArrowCallout">
            <a:avLst>
              <a:gd name="adj1" fmla="val 25000"/>
              <a:gd name="adj2" fmla="val 25000"/>
              <a:gd name="adj3" fmla="val 25000"/>
              <a:gd name="adj4" fmla="val 64977"/>
            </a:avLst>
          </a:prstGeom>
          <a:solidFill>
            <a:srgbClr val="0059BC"/>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13"/>
          <p:cNvSpPr txBox="1"/>
          <p:nvPr/>
        </p:nvSpPr>
        <p:spPr>
          <a:xfrm>
            <a:off x="2191433" y="1710143"/>
            <a:ext cx="7805320" cy="595439"/>
          </a:xfrm>
          <a:prstGeom prst="rect">
            <a:avLst/>
          </a:prstGeom>
          <a:noFill/>
          <a:ln>
            <a:noFill/>
          </a:ln>
        </p:spPr>
        <p:txBody>
          <a:bodyPr spcFirstLastPara="1" wrap="square" lIns="142225" tIns="142225" rIns="142225" bIns="142225" anchor="ctr" anchorCtr="0">
            <a:noAutofit/>
          </a:bodyPr>
          <a:lstStyle/>
          <a:p>
            <a:pPr marL="0" marR="0" lvl="0" indent="0" algn="ctr" rtl="0">
              <a:lnSpc>
                <a:spcPct val="90000"/>
              </a:lnSpc>
              <a:spcBef>
                <a:spcPts val="0"/>
              </a:spcBef>
              <a:spcAft>
                <a:spcPts val="0"/>
              </a:spcAft>
              <a:buClr>
                <a:schemeClr val="lt1"/>
              </a:buClr>
              <a:buSzPts val="2000"/>
              <a:buFont typeface="Arial"/>
              <a:buNone/>
            </a:pPr>
            <a:r>
              <a:rPr lang="de-DE" sz="2000" b="0" i="0" u="none" strike="noStrike" cap="none">
                <a:solidFill>
                  <a:schemeClr val="lt1"/>
                </a:solidFill>
                <a:latin typeface="Arial"/>
                <a:ea typeface="Arial"/>
                <a:cs typeface="Arial"/>
                <a:sym typeface="Arial"/>
              </a:rPr>
              <a:t>Planungsphase</a:t>
            </a:r>
            <a:endParaRPr sz="1400" b="0" i="0" u="none" strike="noStrike" cap="none">
              <a:solidFill>
                <a:srgbClr val="000000"/>
              </a:solidFill>
              <a:latin typeface="Arial"/>
              <a:ea typeface="Arial"/>
              <a:cs typeface="Arial"/>
              <a:sym typeface="Arial"/>
            </a:endParaRPr>
          </a:p>
        </p:txBody>
      </p:sp>
      <p:sp>
        <p:nvSpPr>
          <p:cNvPr id="408" name="Google Shape;408;p13"/>
          <p:cNvSpPr/>
          <p:nvPr/>
        </p:nvSpPr>
        <p:spPr>
          <a:xfrm>
            <a:off x="2191432" y="2306371"/>
            <a:ext cx="7809135" cy="507226"/>
          </a:xfrm>
          <a:prstGeom prst="rect">
            <a:avLst/>
          </a:prstGeom>
          <a:solidFill>
            <a:srgbClr val="CFDEEF">
              <a:alpha val="90196"/>
            </a:srgbClr>
          </a:solidFill>
          <a:ln w="12700" cap="flat" cmpd="sng">
            <a:solidFill>
              <a:srgbClr val="CFDEEF">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13"/>
          <p:cNvSpPr txBox="1"/>
          <p:nvPr/>
        </p:nvSpPr>
        <p:spPr>
          <a:xfrm>
            <a:off x="2191432" y="2306371"/>
            <a:ext cx="7809135" cy="507226"/>
          </a:xfrm>
          <a:prstGeom prst="rect">
            <a:avLst/>
          </a:prstGeom>
          <a:noFill/>
          <a:ln>
            <a:noFill/>
          </a:ln>
        </p:spPr>
        <p:txBody>
          <a:bodyPr spcFirstLastPara="1" wrap="square" lIns="99550" tIns="17775" rIns="99550" bIns="17775" anchor="ctr" anchorCtr="0">
            <a:noAutofit/>
          </a:bodyPr>
          <a:lstStyle/>
          <a:p>
            <a:pPr marL="0" marR="0" lvl="0" indent="0" algn="ctr" rtl="0">
              <a:lnSpc>
                <a:spcPct val="90000"/>
              </a:lnSpc>
              <a:spcBef>
                <a:spcPts val="0"/>
              </a:spcBef>
              <a:spcAft>
                <a:spcPts val="0"/>
              </a:spcAft>
              <a:buClr>
                <a:schemeClr val="dk1"/>
              </a:buClr>
              <a:buSzPts val="1400"/>
              <a:buFont typeface="Arial"/>
              <a:buNone/>
            </a:pPr>
            <a:r>
              <a:rPr lang="de-DE" sz="1400" b="0" i="0" u="none" strike="noStrike" cap="none" dirty="0">
                <a:solidFill>
                  <a:schemeClr val="dk1"/>
                </a:solidFill>
                <a:latin typeface="Arial"/>
                <a:ea typeface="Arial"/>
                <a:cs typeface="Arial"/>
                <a:sym typeface="Arial"/>
              </a:rPr>
              <a:t>Ermittlung der erforderlichen Funktionen</a:t>
            </a:r>
            <a:endParaRPr sz="1400" b="0" i="0" u="none" strike="noStrike" cap="none" dirty="0">
              <a:solidFill>
                <a:schemeClr val="dk1"/>
              </a:solidFill>
              <a:latin typeface="Arial"/>
              <a:ea typeface="Arial"/>
              <a:cs typeface="Arial"/>
              <a:sym typeface="Arial"/>
            </a:endParaRPr>
          </a:p>
        </p:txBody>
      </p:sp>
      <p:sp>
        <p:nvSpPr>
          <p:cNvPr id="410" name="Google Shape;410;p13"/>
          <p:cNvSpPr txBox="1"/>
          <p:nvPr/>
        </p:nvSpPr>
        <p:spPr>
          <a:xfrm>
            <a:off x="0" y="2369694"/>
            <a:ext cx="190122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0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 grpId="0" animBg="1"/>
      <p:bldP spid="393" grpId="0"/>
      <p:bldP spid="394" grpId="0" animBg="1"/>
      <p:bldP spid="395" grpId="0"/>
      <p:bldP spid="396" grpId="0" animBg="1"/>
      <p:bldP spid="397" grpId="0"/>
      <p:bldP spid="398" grpId="0" animBg="1"/>
      <p:bldP spid="399" grpId="0"/>
      <p:bldP spid="400" grpId="0" animBg="1"/>
      <p:bldP spid="401" grpId="0"/>
      <p:bldP spid="402" grpId="0" animBg="1"/>
      <p:bldP spid="403" grpId="0"/>
      <p:bldP spid="404" grpId="0" animBg="1"/>
      <p:bldP spid="405" grpId="0"/>
      <p:bldP spid="406" grpId="0" animBg="1"/>
      <p:bldP spid="407" grpId="0"/>
      <p:bldP spid="408" grpId="0" animBg="1"/>
      <p:bldP spid="40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14" name="PB">
            <a:extLst>
              <a:ext uri="{FF2B5EF4-FFF2-40B4-BE49-F238E27FC236}">
                <a16:creationId xmlns:a16="http://schemas.microsoft.com/office/drawing/2014/main" id="{9371B9EC-8A86-1C55-5B0E-61D4B766AFD7}"/>
              </a:ext>
            </a:extLst>
          </p:cNvPr>
          <p:cNvSpPr/>
          <p:nvPr/>
        </p:nvSpPr>
        <p:spPr>
          <a:xfrm>
            <a:off x="0" y="6477000"/>
            <a:ext cx="6564923"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6" name="Google Shape;416;p14"/>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Erstellung der Datenbank</a:t>
            </a:r>
            <a:endParaRPr/>
          </a:p>
        </p:txBody>
      </p:sp>
      <p:sp>
        <p:nvSpPr>
          <p:cNvPr id="417" name="Google Shape;417;p14"/>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EBF82523-F06B-41EA-84F9-2784FBE68280}" type="datetime1">
              <a:rPr lang="de-DE" smtClean="0">
                <a:solidFill>
                  <a:schemeClr val="bg1"/>
                </a:solidFill>
              </a:rPr>
              <a:t>18.05.2026</a:t>
            </a:fld>
            <a:endParaRPr dirty="0">
              <a:solidFill>
                <a:schemeClr val="bg1"/>
              </a:solidFill>
            </a:endParaRPr>
          </a:p>
        </p:txBody>
      </p:sp>
      <p:sp>
        <p:nvSpPr>
          <p:cNvPr id="418" name="Google Shape;418;p14"/>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419" name="Google Shape;419;p14"/>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14</a:t>
            </a:fld>
            <a:r>
              <a:rPr lang="de-DE" dirty="0"/>
              <a:t> / 26</a:t>
            </a:r>
            <a:endParaRPr dirty="0"/>
          </a:p>
        </p:txBody>
      </p:sp>
      <p:sp>
        <p:nvSpPr>
          <p:cNvPr id="420" name="Google Shape;420;p14"/>
          <p:cNvSpPr txBox="1"/>
          <p:nvPr/>
        </p:nvSpPr>
        <p:spPr>
          <a:xfrm>
            <a:off x="-1" y="2369694"/>
            <a:ext cx="2140253"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
        <p:nvSpPr>
          <p:cNvPr id="421" name="Google Shape;421;p14"/>
          <p:cNvSpPr txBox="1"/>
          <p:nvPr/>
        </p:nvSpPr>
        <p:spPr>
          <a:xfrm>
            <a:off x="2534477" y="2087217"/>
            <a:ext cx="9069693" cy="12002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chemeClr val="dk1"/>
                </a:solidFill>
                <a:latin typeface="Calibri"/>
                <a:ea typeface="Calibri"/>
                <a:cs typeface="Calibri"/>
                <a:sym typeface="Calibri"/>
              </a:rPr>
              <a:t>alte Struktur angeschaut</a:t>
            </a:r>
            <a:endParaRPr sz="2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chemeClr val="dk1"/>
                </a:solidFill>
                <a:latin typeface="Calibri"/>
                <a:ea typeface="Calibri"/>
                <a:cs typeface="Calibri"/>
                <a:sym typeface="Calibri"/>
              </a:rPr>
              <a:t>Neue Datenbankstruktur angepasst</a:t>
            </a:r>
            <a:endParaRPr dirty="0"/>
          </a:p>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chemeClr val="dk1"/>
                </a:solidFill>
                <a:latin typeface="Calibri"/>
                <a:ea typeface="Calibri"/>
                <a:cs typeface="Calibri"/>
                <a:sym typeface="Calibri"/>
              </a:rPr>
              <a:t>Sinnvolle Primärschlüssel</a:t>
            </a:r>
            <a:endParaRPr sz="2400" b="0" i="0" u="none" strike="noStrike" cap="none" dirty="0">
              <a:solidFill>
                <a:srgbClr val="000000"/>
              </a:solidFill>
              <a:latin typeface="Arial"/>
              <a:ea typeface="Arial"/>
              <a:cs typeface="Arial"/>
              <a:sym typeface="Arial"/>
            </a:endParaRPr>
          </a:p>
        </p:txBody>
      </p:sp>
      <p:pic>
        <p:nvPicPr>
          <p:cNvPr id="3" name="Grafik 2">
            <a:extLst>
              <a:ext uri="{FF2B5EF4-FFF2-40B4-BE49-F238E27FC236}">
                <a16:creationId xmlns:a16="http://schemas.microsoft.com/office/drawing/2014/main" id="{80CABDEF-F77A-0458-68FC-21B51EE3A04E}"/>
              </a:ext>
            </a:extLst>
          </p:cNvPr>
          <p:cNvPicPr>
            <a:picLocks noChangeAspect="1"/>
          </p:cNvPicPr>
          <p:nvPr/>
        </p:nvPicPr>
        <p:blipFill>
          <a:blip r:embed="rId3"/>
          <a:srcRect l="-555" t="53373" r="555" b="8688"/>
          <a:stretch/>
        </p:blipFill>
        <p:spPr>
          <a:xfrm>
            <a:off x="8919513" y="2369694"/>
            <a:ext cx="2684657" cy="2501247"/>
          </a:xfrm>
          <a:prstGeom prst="rect">
            <a:avLst/>
          </a:prstGeom>
        </p:spPr>
      </p:pic>
      <p:pic>
        <p:nvPicPr>
          <p:cNvPr id="5" name="Grafik 4">
            <a:extLst>
              <a:ext uri="{FF2B5EF4-FFF2-40B4-BE49-F238E27FC236}">
                <a16:creationId xmlns:a16="http://schemas.microsoft.com/office/drawing/2014/main" id="{BFC4ADB4-8CD8-7745-266C-DFE34B55A0AE}"/>
              </a:ext>
            </a:extLst>
          </p:cNvPr>
          <p:cNvPicPr>
            <a:picLocks noChangeAspect="1"/>
          </p:cNvPicPr>
          <p:nvPr/>
        </p:nvPicPr>
        <p:blipFill>
          <a:blip r:embed="rId4"/>
          <a:srcRect l="11946" t="12748" r="12077" b="14777"/>
          <a:stretch/>
        </p:blipFill>
        <p:spPr>
          <a:xfrm>
            <a:off x="5476775" y="3633118"/>
            <a:ext cx="2908176" cy="2568259"/>
          </a:xfrm>
          <a:prstGeom prst="rect">
            <a:avLst/>
          </a:prstGeom>
        </p:spPr>
      </p:pic>
      <p:sp>
        <p:nvSpPr>
          <p:cNvPr id="2" name="Rechteck: abgerundete Ecken 1">
            <a:extLst>
              <a:ext uri="{FF2B5EF4-FFF2-40B4-BE49-F238E27FC236}">
                <a16:creationId xmlns:a16="http://schemas.microsoft.com/office/drawing/2014/main" id="{6A12F71A-0B78-C522-8DD1-1647EB568822}"/>
              </a:ext>
            </a:extLst>
          </p:cNvPr>
          <p:cNvSpPr/>
          <p:nvPr/>
        </p:nvSpPr>
        <p:spPr>
          <a:xfrm>
            <a:off x="5468836" y="3997409"/>
            <a:ext cx="2916115" cy="36512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21">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11" name="PB">
            <a:extLst>
              <a:ext uri="{FF2B5EF4-FFF2-40B4-BE49-F238E27FC236}">
                <a16:creationId xmlns:a16="http://schemas.microsoft.com/office/drawing/2014/main" id="{0936AEFD-E40D-E692-BD22-F433DECC9CA6}"/>
              </a:ext>
            </a:extLst>
          </p:cNvPr>
          <p:cNvSpPr/>
          <p:nvPr/>
        </p:nvSpPr>
        <p:spPr>
          <a:xfrm>
            <a:off x="0" y="6477000"/>
            <a:ext cx="7033846"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7" name="Google Shape;427;p15"/>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Erstellung der Login-Seite</a:t>
            </a:r>
            <a:endParaRPr/>
          </a:p>
        </p:txBody>
      </p:sp>
      <p:sp>
        <p:nvSpPr>
          <p:cNvPr id="428" name="Google Shape;428;p15"/>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3F1242F2-AEFE-4D43-8E4F-82923A1FA482}" type="datetime1">
              <a:rPr lang="de-DE" smtClean="0">
                <a:solidFill>
                  <a:schemeClr val="bg1"/>
                </a:solidFill>
              </a:rPr>
              <a:t>18.05.2026</a:t>
            </a:fld>
            <a:endParaRPr dirty="0">
              <a:solidFill>
                <a:schemeClr val="bg1"/>
              </a:solidFill>
            </a:endParaRPr>
          </a:p>
        </p:txBody>
      </p:sp>
      <p:sp>
        <p:nvSpPr>
          <p:cNvPr id="429" name="Google Shape;429;p15"/>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430" name="Google Shape;430;p15"/>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15</a:t>
            </a:fld>
            <a:r>
              <a:rPr lang="de-DE" dirty="0"/>
              <a:t> / 26</a:t>
            </a:r>
            <a:endParaRPr dirty="0"/>
          </a:p>
        </p:txBody>
      </p:sp>
      <p:sp>
        <p:nvSpPr>
          <p:cNvPr id="431" name="Google Shape;431;p15"/>
          <p:cNvSpPr txBox="1"/>
          <p:nvPr/>
        </p:nvSpPr>
        <p:spPr>
          <a:xfrm>
            <a:off x="-1" y="2369694"/>
            <a:ext cx="2115391"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
        <p:nvSpPr>
          <p:cNvPr id="432" name="Google Shape;432;p15"/>
          <p:cNvSpPr txBox="1"/>
          <p:nvPr/>
        </p:nvSpPr>
        <p:spPr>
          <a:xfrm>
            <a:off x="2554437" y="2034872"/>
            <a:ext cx="4684563" cy="12002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chemeClr val="dk1"/>
                </a:solidFill>
                <a:latin typeface="Calibri"/>
                <a:ea typeface="Calibri"/>
                <a:cs typeface="Calibri"/>
                <a:sym typeface="Calibri"/>
              </a:rPr>
              <a:t>Corporate Design</a:t>
            </a:r>
            <a:endParaRPr lang="de-DE" sz="2400"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chemeClr val="dk1"/>
                </a:solidFill>
                <a:latin typeface="Calibri"/>
                <a:ea typeface="Calibri"/>
                <a:cs typeface="Calibri"/>
                <a:sym typeface="Calibri"/>
              </a:rPr>
              <a:t>UI/UX angepasst</a:t>
            </a:r>
          </a:p>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chemeClr val="dk1"/>
                </a:solidFill>
                <a:latin typeface="Calibri"/>
                <a:ea typeface="Calibri"/>
                <a:cs typeface="Calibri"/>
                <a:sym typeface="Calibri"/>
              </a:rPr>
              <a:t>Anmeldung mit Dummy-Daten</a:t>
            </a:r>
            <a:endParaRPr dirty="0"/>
          </a:p>
        </p:txBody>
      </p:sp>
      <p:pic>
        <p:nvPicPr>
          <p:cNvPr id="433" name="Google Shape;433;p15"/>
          <p:cNvPicPr preferRelativeResize="0"/>
          <p:nvPr/>
        </p:nvPicPr>
        <p:blipFill rotWithShape="1">
          <a:blip r:embed="rId3">
            <a:alphaModFix/>
          </a:blip>
          <a:srcRect r="71692" b="91417"/>
          <a:stretch/>
        </p:blipFill>
        <p:spPr>
          <a:xfrm>
            <a:off x="6236145" y="1723346"/>
            <a:ext cx="5346331" cy="752199"/>
          </a:xfrm>
          <a:prstGeom prst="rect">
            <a:avLst/>
          </a:prstGeom>
          <a:noFill/>
          <a:ln>
            <a:noFill/>
          </a:ln>
        </p:spPr>
      </p:pic>
      <p:pic>
        <p:nvPicPr>
          <p:cNvPr id="434" name="Google Shape;434;p15"/>
          <p:cNvPicPr preferRelativeResize="0"/>
          <p:nvPr/>
        </p:nvPicPr>
        <p:blipFill rotWithShape="1">
          <a:blip r:embed="rId3">
            <a:alphaModFix/>
          </a:blip>
          <a:srcRect l="50432" t="22343" r="18029" b="35146"/>
          <a:stretch/>
        </p:blipFill>
        <p:spPr>
          <a:xfrm>
            <a:off x="5392953" y="3429000"/>
            <a:ext cx="4299932" cy="2689567"/>
          </a:xfrm>
          <a:prstGeom prst="rect">
            <a:avLst/>
          </a:prstGeom>
          <a:noFill/>
          <a:ln>
            <a:noFill/>
          </a:ln>
        </p:spPr>
      </p:pic>
      <p:sp>
        <p:nvSpPr>
          <p:cNvPr id="435" name="Google Shape;435;p15"/>
          <p:cNvSpPr/>
          <p:nvPr/>
        </p:nvSpPr>
        <p:spPr>
          <a:xfrm>
            <a:off x="6236146" y="1642512"/>
            <a:ext cx="1441902" cy="833033"/>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3"/>
                                        </p:tgtEl>
                                        <p:attrNameLst>
                                          <p:attrName>style.visibility</p:attrName>
                                        </p:attrNameLst>
                                      </p:cBhvr>
                                      <p:to>
                                        <p:strVal val="visible"/>
                                      </p:to>
                                    </p:set>
                                  </p:childTnLst>
                                </p:cTn>
                              </p:par>
                              <p:par>
                                <p:cTn id="9" presetID="22" presetClass="entr" presetSubtype="4" fill="hold" grpId="0" nodeType="withEffect">
                                  <p:stCondLst>
                                    <p:cond delay="0"/>
                                  </p:stCondLst>
                                  <p:childTnLst>
                                    <p:set>
                                      <p:cBhvr>
                                        <p:cTn id="10" dur="1" fill="hold">
                                          <p:stCondLst>
                                            <p:cond delay="0"/>
                                          </p:stCondLst>
                                        </p:cTn>
                                        <p:tgtEl>
                                          <p:spTgt spid="435"/>
                                        </p:tgtEl>
                                        <p:attrNameLst>
                                          <p:attrName>style.visibility</p:attrName>
                                        </p:attrNameLst>
                                      </p:cBhvr>
                                      <p:to>
                                        <p:strVal val="visible"/>
                                      </p:to>
                                    </p:set>
                                    <p:animEffect transition="in" filter="wipe(down)">
                                      <p:cBhvr>
                                        <p:cTn id="11" dur="500"/>
                                        <p:tgtEl>
                                          <p:spTgt spid="43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32">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32">
                                            <p:txEl>
                                              <p:pRg st="2" end="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11" name="PB">
            <a:extLst>
              <a:ext uri="{FF2B5EF4-FFF2-40B4-BE49-F238E27FC236}">
                <a16:creationId xmlns:a16="http://schemas.microsoft.com/office/drawing/2014/main" id="{9036B0C1-A0FE-CA3C-4A45-B92034EB61B1}"/>
              </a:ext>
            </a:extLst>
          </p:cNvPr>
          <p:cNvSpPr/>
          <p:nvPr/>
        </p:nvSpPr>
        <p:spPr>
          <a:xfrm>
            <a:off x="0" y="6477000"/>
            <a:ext cx="7502769"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48" name="Google Shape;448;p16"/>
          <p:cNvPicPr preferRelativeResize="0"/>
          <p:nvPr/>
        </p:nvPicPr>
        <p:blipFill rotWithShape="1">
          <a:blip r:embed="rId3">
            <a:alphaModFix/>
          </a:blip>
          <a:srcRect l="17807" t="22343" r="49841" b="35146"/>
          <a:stretch/>
        </p:blipFill>
        <p:spPr>
          <a:xfrm>
            <a:off x="7443934" y="1573388"/>
            <a:ext cx="4410901" cy="2689567"/>
          </a:xfrm>
          <a:prstGeom prst="rect">
            <a:avLst/>
          </a:prstGeom>
          <a:noFill/>
          <a:ln>
            <a:noFill/>
          </a:ln>
        </p:spPr>
      </p:pic>
      <p:sp>
        <p:nvSpPr>
          <p:cNvPr id="441" name="Google Shape;441;p16"/>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Anbindung an AD</a:t>
            </a:r>
            <a:endParaRPr/>
          </a:p>
        </p:txBody>
      </p:sp>
      <p:sp>
        <p:nvSpPr>
          <p:cNvPr id="442" name="Google Shape;442;p16"/>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2E393E43-E562-4F67-904B-5F4FFD59647B}" type="datetime1">
              <a:rPr lang="de-DE" smtClean="0">
                <a:solidFill>
                  <a:schemeClr val="bg1"/>
                </a:solidFill>
              </a:rPr>
              <a:t>18.05.2026</a:t>
            </a:fld>
            <a:endParaRPr dirty="0">
              <a:solidFill>
                <a:schemeClr val="bg1"/>
              </a:solidFill>
            </a:endParaRPr>
          </a:p>
        </p:txBody>
      </p:sp>
      <p:sp>
        <p:nvSpPr>
          <p:cNvPr id="443" name="Google Shape;443;p16"/>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444" name="Google Shape;444;p16"/>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16</a:t>
            </a:fld>
            <a:r>
              <a:rPr lang="de-DE" dirty="0"/>
              <a:t> / 26</a:t>
            </a:r>
            <a:endParaRPr dirty="0"/>
          </a:p>
        </p:txBody>
      </p:sp>
      <p:sp>
        <p:nvSpPr>
          <p:cNvPr id="445" name="Google Shape;445;p16"/>
          <p:cNvSpPr txBox="1"/>
          <p:nvPr/>
        </p:nvSpPr>
        <p:spPr>
          <a:xfrm>
            <a:off x="-1" y="2369694"/>
            <a:ext cx="2033443"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
        <p:nvSpPr>
          <p:cNvPr id="446" name="Google Shape;446;p16"/>
          <p:cNvSpPr txBox="1"/>
          <p:nvPr/>
        </p:nvSpPr>
        <p:spPr>
          <a:xfrm>
            <a:off x="2534477" y="2087217"/>
            <a:ext cx="6272065" cy="83095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Anmeldung mit AD-Benutzer</a:t>
            </a:r>
            <a:endParaRPr dirty="0"/>
          </a:p>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einfache Rechtestruktur</a:t>
            </a:r>
            <a:endParaRPr dirty="0"/>
          </a:p>
        </p:txBody>
      </p:sp>
      <p:pic>
        <p:nvPicPr>
          <p:cNvPr id="447" name="Google Shape;447;p16"/>
          <p:cNvPicPr preferRelativeResize="0"/>
          <p:nvPr/>
        </p:nvPicPr>
        <p:blipFill rotWithShape="1">
          <a:blip r:embed="rId4">
            <a:alphaModFix/>
          </a:blip>
          <a:srcRect l="28035" t="62927" r="32533" b="2285"/>
          <a:stretch/>
        </p:blipFill>
        <p:spPr>
          <a:xfrm>
            <a:off x="2534477" y="3167319"/>
            <a:ext cx="7497059" cy="3069356"/>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46">
                                            <p:txEl>
                                              <p:pRg st="1" end="1"/>
                                            </p:txEl>
                                          </p:spTgt>
                                        </p:tgtEl>
                                        <p:attrNameLst>
                                          <p:attrName>style.visibility</p:attrName>
                                        </p:attrNameLst>
                                      </p:cBhvr>
                                      <p:to>
                                        <p:strVal val="visible"/>
                                      </p:to>
                                    </p:set>
                                  </p:childTnLst>
                                </p:cTn>
                              </p:par>
                              <p:par>
                                <p:cTn id="13" presetID="2" presetClass="entr" presetSubtype="4" fill="hold" nodeType="withEffect">
                                  <p:stCondLst>
                                    <p:cond delay="0"/>
                                  </p:stCondLst>
                                  <p:childTnLst>
                                    <p:set>
                                      <p:cBhvr>
                                        <p:cTn id="14" dur="1" fill="hold">
                                          <p:stCondLst>
                                            <p:cond delay="0"/>
                                          </p:stCondLst>
                                        </p:cTn>
                                        <p:tgtEl>
                                          <p:spTgt spid="447"/>
                                        </p:tgtEl>
                                        <p:attrNameLst>
                                          <p:attrName>style.visibility</p:attrName>
                                        </p:attrNameLst>
                                      </p:cBhvr>
                                      <p:to>
                                        <p:strVal val="visible"/>
                                      </p:to>
                                    </p:set>
                                    <p:anim calcmode="lin" valueType="num">
                                      <p:cBhvr additive="base">
                                        <p:cTn id="15" dur="500" fill="hold"/>
                                        <p:tgtEl>
                                          <p:spTgt spid="447"/>
                                        </p:tgtEl>
                                        <p:attrNameLst>
                                          <p:attrName>ppt_x</p:attrName>
                                        </p:attrNameLst>
                                      </p:cBhvr>
                                      <p:tavLst>
                                        <p:tav tm="0">
                                          <p:val>
                                            <p:strVal val="#ppt_x"/>
                                          </p:val>
                                        </p:tav>
                                        <p:tav tm="100000">
                                          <p:val>
                                            <p:strVal val="#ppt_x"/>
                                          </p:val>
                                        </p:tav>
                                      </p:tavLst>
                                    </p:anim>
                                    <p:anim calcmode="lin" valueType="num">
                                      <p:cBhvr additive="base">
                                        <p:cTn id="16" dur="500" fill="hold"/>
                                        <p:tgtEl>
                                          <p:spTgt spid="44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mph" presetSubtype="0" fill="hold" nodeType="clickEffect">
                                  <p:stCondLst>
                                    <p:cond delay="0"/>
                                  </p:stCondLst>
                                  <p:childTnLst>
                                    <p:animScale>
                                      <p:cBhvr>
                                        <p:cTn id="20" dur="2000" fill="hold"/>
                                        <p:tgtEl>
                                          <p:spTgt spid="447"/>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11" name="PB">
            <a:extLst>
              <a:ext uri="{FF2B5EF4-FFF2-40B4-BE49-F238E27FC236}">
                <a16:creationId xmlns:a16="http://schemas.microsoft.com/office/drawing/2014/main" id="{CA1B851C-D62F-4059-42C5-90DE7B417A7F}"/>
              </a:ext>
            </a:extLst>
          </p:cNvPr>
          <p:cNvSpPr/>
          <p:nvPr/>
        </p:nvSpPr>
        <p:spPr>
          <a:xfrm>
            <a:off x="0" y="6477000"/>
            <a:ext cx="7971692"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4" name="Google Shape;454;p17"/>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dirty="0"/>
              <a:t>Erstellung eines Schadenfalls</a:t>
            </a:r>
            <a:endParaRPr dirty="0"/>
          </a:p>
        </p:txBody>
      </p:sp>
      <p:sp>
        <p:nvSpPr>
          <p:cNvPr id="455" name="Google Shape;455;p17"/>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D436791E-6589-4191-A4F9-9C65D889A23B}" type="datetime1">
              <a:rPr lang="de-DE" smtClean="0">
                <a:solidFill>
                  <a:schemeClr val="bg1"/>
                </a:solidFill>
              </a:rPr>
              <a:t>18.05.2026</a:t>
            </a:fld>
            <a:endParaRPr dirty="0">
              <a:solidFill>
                <a:schemeClr val="bg1"/>
              </a:solidFill>
            </a:endParaRPr>
          </a:p>
        </p:txBody>
      </p:sp>
      <p:sp>
        <p:nvSpPr>
          <p:cNvPr id="456" name="Google Shape;456;p17"/>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457" name="Google Shape;457;p17"/>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17</a:t>
            </a:fld>
            <a:r>
              <a:rPr lang="de-DE" dirty="0"/>
              <a:t> / 26</a:t>
            </a:r>
            <a:endParaRPr dirty="0"/>
          </a:p>
        </p:txBody>
      </p:sp>
      <p:sp>
        <p:nvSpPr>
          <p:cNvPr id="458" name="Google Shape;458;p17"/>
          <p:cNvSpPr txBox="1"/>
          <p:nvPr/>
        </p:nvSpPr>
        <p:spPr>
          <a:xfrm>
            <a:off x="-1" y="2369694"/>
            <a:ext cx="2039641"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
        <p:nvSpPr>
          <p:cNvPr id="459" name="Google Shape;459;p17"/>
          <p:cNvSpPr txBox="1"/>
          <p:nvPr/>
        </p:nvSpPr>
        <p:spPr>
          <a:xfrm>
            <a:off x="2534477" y="2087217"/>
            <a:ext cx="6272065" cy="12002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Felder übersichtlich angeordnet</a:t>
            </a:r>
            <a:endParaRPr dirty="0"/>
          </a:p>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Selbsterklärend</a:t>
            </a:r>
            <a:endParaRPr dirty="0"/>
          </a:p>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möglichst Auswahllisten</a:t>
            </a:r>
            <a:endParaRPr dirty="0"/>
          </a:p>
        </p:txBody>
      </p:sp>
      <p:pic>
        <p:nvPicPr>
          <p:cNvPr id="460" name="Google Shape;460;p17"/>
          <p:cNvPicPr preferRelativeResize="0"/>
          <p:nvPr/>
        </p:nvPicPr>
        <p:blipFill rotWithShape="1">
          <a:blip r:embed="rId3">
            <a:alphaModFix/>
          </a:blip>
          <a:srcRect t="1135" b="1135"/>
          <a:stretch/>
        </p:blipFill>
        <p:spPr>
          <a:xfrm>
            <a:off x="4619559" y="3429000"/>
            <a:ext cx="7035978" cy="2693961"/>
          </a:xfrm>
          <a:prstGeom prst="rect">
            <a:avLst/>
          </a:prstGeom>
          <a:noFill/>
          <a:ln>
            <a:noFill/>
          </a:ln>
        </p:spPr>
      </p:pic>
      <p:sp>
        <p:nvSpPr>
          <p:cNvPr id="461" name="Google Shape;461;p17"/>
          <p:cNvSpPr/>
          <p:nvPr/>
        </p:nvSpPr>
        <p:spPr>
          <a:xfrm>
            <a:off x="4746155" y="3929743"/>
            <a:ext cx="3407245" cy="658033"/>
          </a:xfrm>
          <a:prstGeom prst="roundRect">
            <a:avLst>
              <a:gd name="adj" fmla="val 7178"/>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62" name="Google Shape;462;p17"/>
          <p:cNvSpPr/>
          <p:nvPr/>
        </p:nvSpPr>
        <p:spPr>
          <a:xfrm>
            <a:off x="4746155" y="4701504"/>
            <a:ext cx="3407245" cy="658033"/>
          </a:xfrm>
          <a:prstGeom prst="roundRect">
            <a:avLst>
              <a:gd name="adj" fmla="val 7178"/>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63" name="Google Shape;463;p17"/>
          <p:cNvSpPr/>
          <p:nvPr/>
        </p:nvSpPr>
        <p:spPr>
          <a:xfrm>
            <a:off x="8200846" y="4696800"/>
            <a:ext cx="3407245" cy="658033"/>
          </a:xfrm>
          <a:prstGeom prst="roundRect">
            <a:avLst>
              <a:gd name="adj" fmla="val 7178"/>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64" name="Google Shape;464;p17"/>
          <p:cNvSpPr/>
          <p:nvPr/>
        </p:nvSpPr>
        <p:spPr>
          <a:xfrm>
            <a:off x="8200845" y="3929743"/>
            <a:ext cx="3407245" cy="658033"/>
          </a:xfrm>
          <a:prstGeom prst="roundRect">
            <a:avLst>
              <a:gd name="adj" fmla="val 7178"/>
            </a:avLst>
          </a:prstGeom>
          <a:noFill/>
          <a:ln w="28575" cap="flat" cmpd="sng">
            <a:solidFill>
              <a:srgbClr val="3856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65" name="Google Shape;465;p17"/>
          <p:cNvSpPr/>
          <p:nvPr/>
        </p:nvSpPr>
        <p:spPr>
          <a:xfrm>
            <a:off x="4730303" y="5464928"/>
            <a:ext cx="3407245" cy="658033"/>
          </a:xfrm>
          <a:prstGeom prst="roundRect">
            <a:avLst>
              <a:gd name="adj" fmla="val 7178"/>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466" name="Google Shape;466;p17"/>
          <p:cNvSpPr/>
          <p:nvPr/>
        </p:nvSpPr>
        <p:spPr>
          <a:xfrm>
            <a:off x="8192920" y="5464928"/>
            <a:ext cx="3407245" cy="658033"/>
          </a:xfrm>
          <a:prstGeom prst="roundRect">
            <a:avLst>
              <a:gd name="adj" fmla="val 7178"/>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5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6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6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 grpId="0" animBg="1"/>
      <p:bldP spid="462" grpId="0" animBg="1"/>
      <p:bldP spid="463" grpId="0" animBg="1"/>
      <p:bldP spid="464" grpId="0" animBg="1"/>
      <p:bldP spid="465" grpId="0" animBg="1"/>
      <p:bldP spid="46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11" name="PB">
            <a:extLst>
              <a:ext uri="{FF2B5EF4-FFF2-40B4-BE49-F238E27FC236}">
                <a16:creationId xmlns:a16="http://schemas.microsoft.com/office/drawing/2014/main" id="{28624660-3293-1350-0A66-B391909A0E10}"/>
              </a:ext>
            </a:extLst>
          </p:cNvPr>
          <p:cNvSpPr/>
          <p:nvPr/>
        </p:nvSpPr>
        <p:spPr>
          <a:xfrm>
            <a:off x="0" y="6477000"/>
            <a:ext cx="8440615"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2" name="Google Shape;472;p18"/>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Abschließen eines Schadenfalls</a:t>
            </a:r>
            <a:endParaRPr/>
          </a:p>
        </p:txBody>
      </p:sp>
      <p:sp>
        <p:nvSpPr>
          <p:cNvPr id="473" name="Google Shape;473;p18"/>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B9242679-C33C-41AE-AA3F-D299AA7AA4DC}" type="datetime1">
              <a:rPr lang="de-DE" smtClean="0">
                <a:solidFill>
                  <a:schemeClr val="bg1"/>
                </a:solidFill>
              </a:rPr>
              <a:t>18.05.2026</a:t>
            </a:fld>
            <a:endParaRPr dirty="0">
              <a:solidFill>
                <a:schemeClr val="bg1"/>
              </a:solidFill>
            </a:endParaRPr>
          </a:p>
        </p:txBody>
      </p:sp>
      <p:sp>
        <p:nvSpPr>
          <p:cNvPr id="474" name="Google Shape;474;p18"/>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475" name="Google Shape;475;p18"/>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18</a:t>
            </a:fld>
            <a:r>
              <a:rPr lang="de-DE" dirty="0"/>
              <a:t> / 26</a:t>
            </a:r>
            <a:endParaRPr dirty="0"/>
          </a:p>
        </p:txBody>
      </p:sp>
      <p:sp>
        <p:nvSpPr>
          <p:cNvPr id="476" name="Google Shape;476;p18"/>
          <p:cNvSpPr txBox="1"/>
          <p:nvPr/>
        </p:nvSpPr>
        <p:spPr>
          <a:xfrm>
            <a:off x="-1" y="2369694"/>
            <a:ext cx="2039641"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
        <p:nvSpPr>
          <p:cNvPr id="477" name="Google Shape;477;p18"/>
          <p:cNvSpPr txBox="1"/>
          <p:nvPr/>
        </p:nvSpPr>
        <p:spPr>
          <a:xfrm>
            <a:off x="2534477" y="2087217"/>
            <a:ext cx="6272065" cy="120028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„Kosten komplett erfasst“ </a:t>
            </a:r>
            <a:r>
              <a:rPr lang="de-DE" sz="2400" dirty="0"/>
              <a:t>melden</a:t>
            </a:r>
            <a:endParaRPr dirty="0"/>
          </a:p>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keine nachträgliche Bearbeitung</a:t>
            </a:r>
            <a:endParaRPr dirty="0"/>
          </a:p>
          <a:p>
            <a:pPr marL="285750" marR="0" lvl="0" indent="-28575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automatisches weiterleiten</a:t>
            </a:r>
            <a:endParaRPr dirty="0"/>
          </a:p>
        </p:txBody>
      </p:sp>
      <p:pic>
        <p:nvPicPr>
          <p:cNvPr id="478" name="Google Shape;478;p18"/>
          <p:cNvPicPr preferRelativeResize="0"/>
          <p:nvPr/>
        </p:nvPicPr>
        <p:blipFill rotWithShape="1">
          <a:blip r:embed="rId3">
            <a:alphaModFix/>
          </a:blip>
          <a:srcRect l="2875" t="36383"/>
          <a:stretch/>
        </p:blipFill>
        <p:spPr>
          <a:xfrm>
            <a:off x="4365138" y="3498639"/>
            <a:ext cx="7576524" cy="2287375"/>
          </a:xfrm>
          <a:prstGeom prst="rect">
            <a:avLst/>
          </a:prstGeom>
          <a:noFill/>
          <a:ln>
            <a:noFill/>
          </a:ln>
        </p:spPr>
      </p:pic>
      <p:sp>
        <p:nvSpPr>
          <p:cNvPr id="479" name="Google Shape;479;p18"/>
          <p:cNvSpPr/>
          <p:nvPr/>
        </p:nvSpPr>
        <p:spPr>
          <a:xfrm>
            <a:off x="4365138" y="5095456"/>
            <a:ext cx="6814490" cy="597774"/>
          </a:xfrm>
          <a:prstGeom prst="roundRect">
            <a:avLst>
              <a:gd name="adj" fmla="val 7178"/>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11" name="PB">
            <a:extLst>
              <a:ext uri="{FF2B5EF4-FFF2-40B4-BE49-F238E27FC236}">
                <a16:creationId xmlns:a16="http://schemas.microsoft.com/office/drawing/2014/main" id="{47B04B1C-1EA2-9536-7FE6-878397C9A81B}"/>
              </a:ext>
            </a:extLst>
          </p:cNvPr>
          <p:cNvSpPr/>
          <p:nvPr/>
        </p:nvSpPr>
        <p:spPr>
          <a:xfrm>
            <a:off x="0" y="6477000"/>
            <a:ext cx="8909538"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5" name="Google Shape;485;p36"/>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Abschließen eines Schadenfalls</a:t>
            </a:r>
            <a:endParaRPr/>
          </a:p>
        </p:txBody>
      </p:sp>
      <p:sp>
        <p:nvSpPr>
          <p:cNvPr id="486" name="Google Shape;486;p36"/>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4C6E0B02-3BD1-4FA0-8B1C-33AF3699830F}" type="datetime1">
              <a:rPr lang="de-DE" smtClean="0">
                <a:solidFill>
                  <a:schemeClr val="bg1"/>
                </a:solidFill>
              </a:rPr>
              <a:t>18.05.2026</a:t>
            </a:fld>
            <a:endParaRPr dirty="0">
              <a:solidFill>
                <a:schemeClr val="bg1"/>
              </a:solidFill>
            </a:endParaRPr>
          </a:p>
        </p:txBody>
      </p:sp>
      <p:sp>
        <p:nvSpPr>
          <p:cNvPr id="487" name="Google Shape;487;p36"/>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488" name="Google Shape;488;p36"/>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19</a:t>
            </a:fld>
            <a:r>
              <a:rPr lang="de-DE" dirty="0"/>
              <a:t> / 26</a:t>
            </a:r>
            <a:endParaRPr dirty="0"/>
          </a:p>
        </p:txBody>
      </p:sp>
      <p:sp>
        <p:nvSpPr>
          <p:cNvPr id="489" name="Google Shape;489;p36"/>
          <p:cNvSpPr txBox="1"/>
          <p:nvPr/>
        </p:nvSpPr>
        <p:spPr>
          <a:xfrm>
            <a:off x="-1" y="2369694"/>
            <a:ext cx="2039641"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
        <p:nvSpPr>
          <p:cNvPr id="490" name="Google Shape;490;p36"/>
          <p:cNvSpPr txBox="1"/>
          <p:nvPr/>
        </p:nvSpPr>
        <p:spPr>
          <a:xfrm>
            <a:off x="2534477" y="2087217"/>
            <a:ext cx="6272065" cy="1200288"/>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Bearbeiter bekommt Fall zugewiesen</a:t>
            </a:r>
            <a:endParaRPr dirty="0"/>
          </a:p>
          <a:p>
            <a:pPr marL="342900" marR="0" lvl="0" indent="-34290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kann Rechnung schreiben</a:t>
            </a:r>
            <a:endParaRPr dirty="0"/>
          </a:p>
          <a:p>
            <a:pPr marL="342900" marR="0" lvl="0" indent="-342900" algn="l" rtl="0">
              <a:lnSpc>
                <a:spcPct val="100000"/>
              </a:lnSpc>
              <a:spcBef>
                <a:spcPts val="0"/>
              </a:spcBef>
              <a:spcAft>
                <a:spcPts val="0"/>
              </a:spcAft>
              <a:buClr>
                <a:schemeClr val="dk1"/>
              </a:buClr>
              <a:buSzPts val="1800"/>
              <a:buFont typeface="Arial"/>
              <a:buChar char="•"/>
            </a:pPr>
            <a:r>
              <a:rPr lang="de-DE" sz="2400" b="0" i="0" u="none" strike="noStrike" cap="none" dirty="0">
                <a:solidFill>
                  <a:srgbClr val="000000"/>
                </a:solidFill>
                <a:latin typeface="Arial"/>
                <a:ea typeface="Arial"/>
                <a:cs typeface="Arial"/>
                <a:sym typeface="Arial"/>
              </a:rPr>
              <a:t>Endgültig geschlossen</a:t>
            </a:r>
            <a:endParaRPr dirty="0"/>
          </a:p>
        </p:txBody>
      </p:sp>
      <p:pic>
        <p:nvPicPr>
          <p:cNvPr id="491" name="Google Shape;491;p36"/>
          <p:cNvPicPr preferRelativeResize="0"/>
          <p:nvPr/>
        </p:nvPicPr>
        <p:blipFill rotWithShape="1">
          <a:blip r:embed="rId3">
            <a:alphaModFix/>
          </a:blip>
          <a:srcRect l="3231" t="7142" r="11043" b="26122"/>
          <a:stretch/>
        </p:blipFill>
        <p:spPr>
          <a:xfrm>
            <a:off x="2209800" y="3799114"/>
            <a:ext cx="9677400" cy="2136093"/>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9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11" name="PB">
            <a:extLst>
              <a:ext uri="{FF2B5EF4-FFF2-40B4-BE49-F238E27FC236}">
                <a16:creationId xmlns:a16="http://schemas.microsoft.com/office/drawing/2014/main" id="{1F3CACE6-5A5E-A1CB-B059-D999ACC60F4A}"/>
              </a:ext>
            </a:extLst>
          </p:cNvPr>
          <p:cNvSpPr/>
          <p:nvPr/>
        </p:nvSpPr>
        <p:spPr>
          <a:xfrm>
            <a:off x="0" y="6477000"/>
            <a:ext cx="9378462"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96" name="Google Shape;496;p3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a:t>Live-Demo</a:t>
            </a:r>
            <a:endParaRPr/>
          </a:p>
        </p:txBody>
      </p:sp>
      <p:sp>
        <p:nvSpPr>
          <p:cNvPr id="497" name="Google Shape;497;p3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rgbClr val="888888"/>
              </a:buClr>
              <a:buSzPts val="2400"/>
              <a:buNone/>
            </a:pPr>
            <a:r>
              <a:rPr lang="de-DE"/>
              <a:t>Präsentation der wichtigsten Funktionen</a:t>
            </a:r>
            <a:endParaRPr/>
          </a:p>
        </p:txBody>
      </p:sp>
      <p:sp>
        <p:nvSpPr>
          <p:cNvPr id="498" name="Google Shape;498;p37"/>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0B209043-5255-4A47-B460-2D2113AA0E26}" type="datetime1">
              <a:rPr lang="de-DE" smtClean="0">
                <a:solidFill>
                  <a:schemeClr val="bg1"/>
                </a:solidFill>
              </a:rPr>
              <a:t>18.05.2026</a:t>
            </a:fld>
            <a:endParaRPr dirty="0">
              <a:solidFill>
                <a:schemeClr val="bg1"/>
              </a:solidFill>
            </a:endParaRPr>
          </a:p>
        </p:txBody>
      </p:sp>
      <p:sp>
        <p:nvSpPr>
          <p:cNvPr id="499" name="Google Shape;499;p37"/>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500" name="Google Shape;500;p37"/>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20</a:t>
            </a:fld>
            <a:r>
              <a:rPr lang="de-DE" dirty="0"/>
              <a:t> / 26</a:t>
            </a:r>
            <a:endParaRPr dirty="0"/>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11" name="PB">
            <a:extLst>
              <a:ext uri="{FF2B5EF4-FFF2-40B4-BE49-F238E27FC236}">
                <a16:creationId xmlns:a16="http://schemas.microsoft.com/office/drawing/2014/main" id="{82751490-D0CD-5A67-32FA-B2733CA87442}"/>
              </a:ext>
            </a:extLst>
          </p:cNvPr>
          <p:cNvSpPr/>
          <p:nvPr/>
        </p:nvSpPr>
        <p:spPr>
          <a:xfrm>
            <a:off x="0" y="6477000"/>
            <a:ext cx="9847385"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05" name="Google Shape;505;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a:t>Ausblick</a:t>
            </a:r>
            <a:endParaRPr/>
          </a:p>
        </p:txBody>
      </p:sp>
      <p:sp>
        <p:nvSpPr>
          <p:cNvPr id="506" name="Google Shape;506;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r>
              <a:rPr lang="de-DE"/>
              <a:t>Fazit</a:t>
            </a:r>
            <a:endParaRPr/>
          </a:p>
          <a:p>
            <a:pPr marL="0" lvl="0" indent="0" algn="l" rtl="0">
              <a:lnSpc>
                <a:spcPct val="90000"/>
              </a:lnSpc>
              <a:spcBef>
                <a:spcPts val="1000"/>
              </a:spcBef>
              <a:spcAft>
                <a:spcPts val="0"/>
              </a:spcAft>
              <a:buClr>
                <a:srgbClr val="888888"/>
              </a:buClr>
              <a:buSzPts val="2400"/>
              <a:buNone/>
            </a:pPr>
            <a:r>
              <a:rPr lang="de-DE"/>
              <a:t>Geplante Maßnahmen</a:t>
            </a:r>
            <a:endParaRPr/>
          </a:p>
          <a:p>
            <a:pPr marL="0" lvl="0" indent="0" algn="l" rtl="0">
              <a:lnSpc>
                <a:spcPct val="90000"/>
              </a:lnSpc>
              <a:spcBef>
                <a:spcPts val="1000"/>
              </a:spcBef>
              <a:spcAft>
                <a:spcPts val="0"/>
              </a:spcAft>
              <a:buClr>
                <a:srgbClr val="888888"/>
              </a:buClr>
              <a:buSzPts val="2400"/>
              <a:buNone/>
            </a:pPr>
            <a:endParaRPr/>
          </a:p>
        </p:txBody>
      </p:sp>
      <p:sp>
        <p:nvSpPr>
          <p:cNvPr id="507" name="Google Shape;507;p19"/>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F515FA3D-5DFC-4542-8408-5C55E3641998}" type="datetime1">
              <a:rPr lang="de-DE" smtClean="0">
                <a:solidFill>
                  <a:schemeClr val="bg1"/>
                </a:solidFill>
              </a:rPr>
              <a:t>18.05.2026</a:t>
            </a:fld>
            <a:endParaRPr dirty="0">
              <a:solidFill>
                <a:schemeClr val="bg1"/>
              </a:solidFill>
            </a:endParaRPr>
          </a:p>
        </p:txBody>
      </p:sp>
      <p:sp>
        <p:nvSpPr>
          <p:cNvPr id="508" name="Google Shape;508;p19"/>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509" name="Google Shape;509;p19"/>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21</a:t>
            </a:fld>
            <a:r>
              <a:rPr lang="de-DE" dirty="0"/>
              <a:t> / 26</a:t>
            </a:r>
            <a:endParaRPr dirty="0"/>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11" name="PB">
            <a:extLst>
              <a:ext uri="{FF2B5EF4-FFF2-40B4-BE49-F238E27FC236}">
                <a16:creationId xmlns:a16="http://schemas.microsoft.com/office/drawing/2014/main" id="{176EABC4-2828-97D2-0168-01C3279219C3}"/>
              </a:ext>
            </a:extLst>
          </p:cNvPr>
          <p:cNvSpPr/>
          <p:nvPr/>
        </p:nvSpPr>
        <p:spPr>
          <a:xfrm>
            <a:off x="0" y="6477000"/>
            <a:ext cx="10316308"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15" name="Google Shape;515;p20"/>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Fazit</a:t>
            </a:r>
            <a:endParaRPr/>
          </a:p>
        </p:txBody>
      </p:sp>
      <p:sp>
        <p:nvSpPr>
          <p:cNvPr id="516" name="Google Shape;516;p20"/>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EE589737-7354-4331-9D30-9CF612168A2A}" type="datetime1">
              <a:rPr lang="de-DE" smtClean="0">
                <a:solidFill>
                  <a:schemeClr val="bg1"/>
                </a:solidFill>
              </a:rPr>
              <a:t>18.05.2026</a:t>
            </a:fld>
            <a:endParaRPr dirty="0">
              <a:solidFill>
                <a:schemeClr val="bg1"/>
              </a:solidFill>
            </a:endParaRPr>
          </a:p>
        </p:txBody>
      </p:sp>
      <p:sp>
        <p:nvSpPr>
          <p:cNvPr id="517" name="Google Shape;517;p20"/>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518" name="Google Shape;518;p20"/>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22</a:t>
            </a:fld>
            <a:r>
              <a:rPr lang="de-DE" dirty="0"/>
              <a:t> / 26</a:t>
            </a:r>
            <a:endParaRPr dirty="0"/>
          </a:p>
        </p:txBody>
      </p:sp>
      <p:sp>
        <p:nvSpPr>
          <p:cNvPr id="520" name="Google Shape;520;p20"/>
          <p:cNvSpPr/>
          <p:nvPr/>
        </p:nvSpPr>
        <p:spPr>
          <a:xfrm>
            <a:off x="2875021" y="2630378"/>
            <a:ext cx="7967079" cy="724279"/>
          </a:xfrm>
          <a:prstGeom prst="rect">
            <a:avLst/>
          </a:prstGeom>
          <a:solidFill>
            <a:srgbClr val="0059B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20"/>
          <p:cNvSpPr txBox="1"/>
          <p:nvPr/>
        </p:nvSpPr>
        <p:spPr>
          <a:xfrm>
            <a:off x="2875021" y="2630378"/>
            <a:ext cx="7967079" cy="724279"/>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Arial"/>
              <a:buNone/>
            </a:pPr>
            <a:r>
              <a:rPr lang="de-DE" sz="2800" b="0" i="0" u="none" strike="noStrike" cap="none" dirty="0">
                <a:solidFill>
                  <a:schemeClr val="lt1"/>
                </a:solidFill>
                <a:latin typeface="Arial"/>
                <a:ea typeface="Arial"/>
                <a:cs typeface="Arial"/>
                <a:sym typeface="Arial"/>
              </a:rPr>
              <a:t>Geplante Zeit wurde eingehalten</a:t>
            </a:r>
            <a:endParaRPr sz="1400" b="0" i="0" u="none" strike="noStrike" cap="none" dirty="0">
              <a:solidFill>
                <a:srgbClr val="000000"/>
              </a:solidFill>
              <a:latin typeface="Arial"/>
              <a:ea typeface="Arial"/>
              <a:cs typeface="Arial"/>
              <a:sym typeface="Arial"/>
            </a:endParaRPr>
          </a:p>
        </p:txBody>
      </p:sp>
      <p:sp>
        <p:nvSpPr>
          <p:cNvPr id="522" name="Google Shape;522;p20"/>
          <p:cNvSpPr/>
          <p:nvPr/>
        </p:nvSpPr>
        <p:spPr>
          <a:xfrm>
            <a:off x="2875021" y="3354658"/>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20"/>
          <p:cNvSpPr/>
          <p:nvPr/>
        </p:nvSpPr>
        <p:spPr>
          <a:xfrm>
            <a:off x="3999264" y="3354658"/>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20"/>
          <p:cNvSpPr/>
          <p:nvPr/>
        </p:nvSpPr>
        <p:spPr>
          <a:xfrm>
            <a:off x="5123508" y="3354658"/>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20"/>
          <p:cNvSpPr/>
          <p:nvPr/>
        </p:nvSpPr>
        <p:spPr>
          <a:xfrm>
            <a:off x="6247751" y="3354658"/>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20"/>
          <p:cNvSpPr/>
          <p:nvPr/>
        </p:nvSpPr>
        <p:spPr>
          <a:xfrm>
            <a:off x="7371994" y="3354658"/>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20"/>
          <p:cNvSpPr/>
          <p:nvPr/>
        </p:nvSpPr>
        <p:spPr>
          <a:xfrm>
            <a:off x="8496238" y="3354658"/>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20"/>
          <p:cNvSpPr/>
          <p:nvPr/>
        </p:nvSpPr>
        <p:spPr>
          <a:xfrm>
            <a:off x="9620481" y="3354658"/>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20"/>
          <p:cNvSpPr/>
          <p:nvPr/>
        </p:nvSpPr>
        <p:spPr>
          <a:xfrm>
            <a:off x="2875021" y="3627190"/>
            <a:ext cx="7967079" cy="724279"/>
          </a:xfrm>
          <a:prstGeom prst="rect">
            <a:avLst/>
          </a:prstGeom>
          <a:solidFill>
            <a:srgbClr val="0059B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20"/>
          <p:cNvSpPr txBox="1"/>
          <p:nvPr/>
        </p:nvSpPr>
        <p:spPr>
          <a:xfrm>
            <a:off x="2875021" y="3627190"/>
            <a:ext cx="7967079" cy="724279"/>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Arial"/>
              <a:buNone/>
            </a:pPr>
            <a:r>
              <a:rPr lang="de-DE" sz="2800" b="0" i="0" u="none" strike="noStrike" cap="none" dirty="0">
                <a:solidFill>
                  <a:schemeClr val="lt1"/>
                </a:solidFill>
                <a:latin typeface="Arial"/>
                <a:ea typeface="Arial"/>
                <a:cs typeface="Arial"/>
                <a:sym typeface="Arial"/>
              </a:rPr>
              <a:t>Funktionen wurden nicht komplett implementiert</a:t>
            </a:r>
            <a:endParaRPr sz="1400" b="0" i="0" u="none" strike="noStrike" cap="none" dirty="0">
              <a:solidFill>
                <a:srgbClr val="000000"/>
              </a:solidFill>
              <a:latin typeface="Arial"/>
              <a:ea typeface="Arial"/>
              <a:cs typeface="Arial"/>
              <a:sym typeface="Arial"/>
            </a:endParaRPr>
          </a:p>
        </p:txBody>
      </p:sp>
      <p:sp>
        <p:nvSpPr>
          <p:cNvPr id="531" name="Google Shape;531;p20"/>
          <p:cNvSpPr/>
          <p:nvPr/>
        </p:nvSpPr>
        <p:spPr>
          <a:xfrm>
            <a:off x="2875021" y="4351470"/>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20"/>
          <p:cNvSpPr/>
          <p:nvPr/>
        </p:nvSpPr>
        <p:spPr>
          <a:xfrm>
            <a:off x="3999264" y="4351470"/>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20"/>
          <p:cNvSpPr/>
          <p:nvPr/>
        </p:nvSpPr>
        <p:spPr>
          <a:xfrm>
            <a:off x="5123508" y="4351470"/>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20"/>
          <p:cNvSpPr/>
          <p:nvPr/>
        </p:nvSpPr>
        <p:spPr>
          <a:xfrm>
            <a:off x="6247751" y="4351470"/>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20"/>
          <p:cNvSpPr/>
          <p:nvPr/>
        </p:nvSpPr>
        <p:spPr>
          <a:xfrm>
            <a:off x="7371994" y="4351470"/>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20"/>
          <p:cNvSpPr/>
          <p:nvPr/>
        </p:nvSpPr>
        <p:spPr>
          <a:xfrm>
            <a:off x="8496238" y="4351470"/>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20"/>
          <p:cNvSpPr/>
          <p:nvPr/>
        </p:nvSpPr>
        <p:spPr>
          <a:xfrm>
            <a:off x="9620481" y="4351470"/>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20"/>
          <p:cNvSpPr/>
          <p:nvPr/>
        </p:nvSpPr>
        <p:spPr>
          <a:xfrm>
            <a:off x="2875021" y="4624003"/>
            <a:ext cx="7967079" cy="724279"/>
          </a:xfrm>
          <a:prstGeom prst="rect">
            <a:avLst/>
          </a:prstGeom>
          <a:solidFill>
            <a:srgbClr val="0059B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20"/>
          <p:cNvSpPr txBox="1"/>
          <p:nvPr/>
        </p:nvSpPr>
        <p:spPr>
          <a:xfrm>
            <a:off x="2875021" y="4624003"/>
            <a:ext cx="7967079" cy="724279"/>
          </a:xfrm>
          <a:prstGeom prst="rect">
            <a:avLst/>
          </a:prstGeom>
          <a:noFill/>
          <a:ln>
            <a:noFill/>
          </a:ln>
        </p:spPr>
        <p:txBody>
          <a:bodyPr spcFirstLastPara="1" wrap="square" lIns="106675" tIns="106675" rIns="106675" bIns="106675" anchor="ctr" anchorCtr="0">
            <a:noAutofit/>
          </a:bodyPr>
          <a:lstStyle/>
          <a:p>
            <a:pPr marL="0" marR="0" lvl="0" indent="0" algn="l" rtl="0">
              <a:lnSpc>
                <a:spcPct val="90000"/>
              </a:lnSpc>
              <a:spcBef>
                <a:spcPts val="0"/>
              </a:spcBef>
              <a:spcAft>
                <a:spcPts val="0"/>
              </a:spcAft>
              <a:buClr>
                <a:schemeClr val="lt1"/>
              </a:buClr>
              <a:buSzPts val="2800"/>
              <a:buFont typeface="Arial"/>
              <a:buNone/>
            </a:pPr>
            <a:r>
              <a:rPr lang="de-DE" sz="2800" b="0" i="0" u="none" strike="noStrike" cap="none">
                <a:solidFill>
                  <a:schemeClr val="lt1"/>
                </a:solidFill>
                <a:latin typeface="Arial"/>
                <a:ea typeface="Arial"/>
                <a:cs typeface="Arial"/>
                <a:sym typeface="Arial"/>
              </a:rPr>
              <a:t>Fehler wurden behoben</a:t>
            </a:r>
            <a:endParaRPr sz="1400" b="0" i="0" u="none" strike="noStrike" cap="none">
              <a:solidFill>
                <a:srgbClr val="000000"/>
              </a:solidFill>
              <a:latin typeface="Arial"/>
              <a:ea typeface="Arial"/>
              <a:cs typeface="Arial"/>
              <a:sym typeface="Arial"/>
            </a:endParaRPr>
          </a:p>
        </p:txBody>
      </p:sp>
      <p:sp>
        <p:nvSpPr>
          <p:cNvPr id="540" name="Google Shape;540;p20"/>
          <p:cNvSpPr/>
          <p:nvPr/>
        </p:nvSpPr>
        <p:spPr>
          <a:xfrm>
            <a:off x="2875021" y="5348283"/>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20"/>
          <p:cNvSpPr/>
          <p:nvPr/>
        </p:nvSpPr>
        <p:spPr>
          <a:xfrm>
            <a:off x="3999264" y="5348283"/>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20"/>
          <p:cNvSpPr/>
          <p:nvPr/>
        </p:nvSpPr>
        <p:spPr>
          <a:xfrm>
            <a:off x="5123508" y="5348283"/>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20"/>
          <p:cNvSpPr/>
          <p:nvPr/>
        </p:nvSpPr>
        <p:spPr>
          <a:xfrm>
            <a:off x="6247751" y="5348283"/>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20"/>
          <p:cNvSpPr/>
          <p:nvPr/>
        </p:nvSpPr>
        <p:spPr>
          <a:xfrm>
            <a:off x="7371994" y="5348283"/>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20"/>
          <p:cNvSpPr/>
          <p:nvPr/>
        </p:nvSpPr>
        <p:spPr>
          <a:xfrm>
            <a:off x="8496238" y="5348283"/>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6" name="Google Shape;546;p20"/>
          <p:cNvSpPr/>
          <p:nvPr/>
        </p:nvSpPr>
        <p:spPr>
          <a:xfrm>
            <a:off x="9620481" y="5348283"/>
            <a:ext cx="1062277" cy="177046"/>
          </a:xfrm>
          <a:prstGeom prst="parallelogram">
            <a:avLst>
              <a:gd name="adj" fmla="val 140840"/>
            </a:avLst>
          </a:prstGeom>
          <a:solidFill>
            <a:srgbClr val="599BD5"/>
          </a:solidFill>
          <a:ln w="12700" cap="flat" cmpd="sng">
            <a:solidFill>
              <a:srgbClr val="599B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20"/>
          <p:cNvSpPr txBox="1"/>
          <p:nvPr/>
        </p:nvSpPr>
        <p:spPr>
          <a:xfrm>
            <a:off x="0" y="2369694"/>
            <a:ext cx="190122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Ausblick</a:t>
            </a:r>
            <a:r>
              <a:rPr lang="de-DE" sz="2400" b="0" i="0" u="none" strike="noStrike" cap="none">
                <a:solidFill>
                  <a:schemeClr val="lt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4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4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4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4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4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4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 grpId="0" animBg="1"/>
      <p:bldP spid="521" grpId="0"/>
      <p:bldP spid="522" grpId="0" animBg="1"/>
      <p:bldP spid="523" grpId="0" animBg="1"/>
      <p:bldP spid="524" grpId="0" animBg="1"/>
      <p:bldP spid="525" grpId="0" animBg="1"/>
      <p:bldP spid="526" grpId="0" animBg="1"/>
      <p:bldP spid="527" grpId="0" animBg="1"/>
      <p:bldP spid="528" grpId="0" animBg="1"/>
      <p:bldP spid="529" grpId="0" animBg="1"/>
      <p:bldP spid="530" grpId="0"/>
      <p:bldP spid="531" grpId="0" animBg="1"/>
      <p:bldP spid="532" grpId="0" animBg="1"/>
      <p:bldP spid="533" grpId="0" animBg="1"/>
      <p:bldP spid="534" grpId="0" animBg="1"/>
      <p:bldP spid="535" grpId="0" animBg="1"/>
      <p:bldP spid="536" grpId="0" animBg="1"/>
      <p:bldP spid="537" grpId="0" animBg="1"/>
      <p:bldP spid="538" grpId="0" animBg="1"/>
      <p:bldP spid="539" grpId="0"/>
      <p:bldP spid="540" grpId="0" animBg="1"/>
      <p:bldP spid="541" grpId="0" animBg="1"/>
      <p:bldP spid="542" grpId="0" animBg="1"/>
      <p:bldP spid="543" grpId="0" animBg="1"/>
      <p:bldP spid="544" grpId="0" animBg="1"/>
      <p:bldP spid="545" grpId="0" animBg="1"/>
      <p:bldP spid="54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11" name="PB">
            <a:extLst>
              <a:ext uri="{FF2B5EF4-FFF2-40B4-BE49-F238E27FC236}">
                <a16:creationId xmlns:a16="http://schemas.microsoft.com/office/drawing/2014/main" id="{4441A16C-2E2E-F099-FE71-EFB517473BE7}"/>
              </a:ext>
            </a:extLst>
          </p:cNvPr>
          <p:cNvSpPr/>
          <p:nvPr/>
        </p:nvSpPr>
        <p:spPr>
          <a:xfrm>
            <a:off x="0" y="6477000"/>
            <a:ext cx="10785231"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3" name="Google Shape;553;p21"/>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Geplante Maßnahmen</a:t>
            </a:r>
            <a:endParaRPr/>
          </a:p>
        </p:txBody>
      </p:sp>
      <p:sp>
        <p:nvSpPr>
          <p:cNvPr id="554" name="Google Shape;554;p21"/>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070A93F4-8A71-4445-8802-343A822FD11B}" type="datetime1">
              <a:rPr lang="de-DE" smtClean="0">
                <a:solidFill>
                  <a:schemeClr val="bg1"/>
                </a:solidFill>
              </a:rPr>
              <a:t>18.05.2026</a:t>
            </a:fld>
            <a:endParaRPr dirty="0">
              <a:solidFill>
                <a:schemeClr val="bg1"/>
              </a:solidFill>
            </a:endParaRPr>
          </a:p>
        </p:txBody>
      </p:sp>
      <p:sp>
        <p:nvSpPr>
          <p:cNvPr id="555" name="Google Shape;555;p21"/>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556" name="Google Shape;556;p21"/>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23</a:t>
            </a:fld>
            <a:r>
              <a:rPr lang="de-DE" dirty="0"/>
              <a:t> / 26</a:t>
            </a:r>
            <a:endParaRPr dirty="0"/>
          </a:p>
        </p:txBody>
      </p:sp>
      <p:sp>
        <p:nvSpPr>
          <p:cNvPr id="557" name="Google Shape;557;p21"/>
          <p:cNvSpPr txBox="1"/>
          <p:nvPr/>
        </p:nvSpPr>
        <p:spPr>
          <a:xfrm>
            <a:off x="3421582" y="2439685"/>
            <a:ext cx="177418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de-DE" sz="1800" b="0" i="0" u="none" strike="noStrike" cap="none">
                <a:solidFill>
                  <a:schemeClr val="dk1"/>
                </a:solidFill>
                <a:latin typeface="Arial"/>
                <a:ea typeface="Arial"/>
                <a:cs typeface="Arial"/>
                <a:sym typeface="Arial"/>
              </a:rPr>
              <a:t>Fehlende Funktionen implementieren</a:t>
            </a:r>
            <a:endParaRPr sz="1400" b="0" i="0" u="none" strike="noStrike" cap="none">
              <a:solidFill>
                <a:srgbClr val="000000"/>
              </a:solidFill>
              <a:latin typeface="Arial"/>
              <a:ea typeface="Arial"/>
              <a:cs typeface="Arial"/>
              <a:sym typeface="Arial"/>
            </a:endParaRPr>
          </a:p>
        </p:txBody>
      </p:sp>
      <p:sp>
        <p:nvSpPr>
          <p:cNvPr id="558" name="Google Shape;558;p21"/>
          <p:cNvSpPr txBox="1"/>
          <p:nvPr/>
        </p:nvSpPr>
        <p:spPr>
          <a:xfrm>
            <a:off x="6967793" y="2439684"/>
            <a:ext cx="172774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de-DE" sz="1800" b="0" i="0" u="none" strike="noStrike" cap="none">
                <a:solidFill>
                  <a:schemeClr val="dk1"/>
                </a:solidFill>
                <a:latin typeface="Arial"/>
                <a:ea typeface="Arial"/>
                <a:cs typeface="Arial"/>
                <a:sym typeface="Arial"/>
              </a:rPr>
              <a:t>Anwender Schulung</a:t>
            </a:r>
            <a:endParaRPr sz="1400" b="0" i="0" u="none" strike="noStrike" cap="none">
              <a:solidFill>
                <a:srgbClr val="000000"/>
              </a:solidFill>
              <a:latin typeface="Arial"/>
              <a:ea typeface="Arial"/>
              <a:cs typeface="Arial"/>
              <a:sym typeface="Arial"/>
            </a:endParaRPr>
          </a:p>
        </p:txBody>
      </p:sp>
      <p:grpSp>
        <p:nvGrpSpPr>
          <p:cNvPr id="559" name="Google Shape;559;p21"/>
          <p:cNvGrpSpPr/>
          <p:nvPr/>
        </p:nvGrpSpPr>
        <p:grpSpPr>
          <a:xfrm>
            <a:off x="3151652" y="2347160"/>
            <a:ext cx="1973512" cy="1960966"/>
            <a:chOff x="3822724" y="2348820"/>
            <a:chExt cx="1973512" cy="1960966"/>
          </a:xfrm>
        </p:grpSpPr>
        <p:grpSp>
          <p:nvGrpSpPr>
            <p:cNvPr id="560" name="Google Shape;560;p21"/>
            <p:cNvGrpSpPr/>
            <p:nvPr/>
          </p:nvGrpSpPr>
          <p:grpSpPr>
            <a:xfrm>
              <a:off x="4038600" y="2348820"/>
              <a:ext cx="1757636" cy="137636"/>
              <a:chOff x="2596420" y="3113294"/>
              <a:chExt cx="1757636" cy="137636"/>
            </a:xfrm>
          </p:grpSpPr>
          <p:cxnSp>
            <p:nvCxnSpPr>
              <p:cNvPr id="561" name="Google Shape;561;p21"/>
              <p:cNvCxnSpPr/>
              <p:nvPr/>
            </p:nvCxnSpPr>
            <p:spPr>
              <a:xfrm>
                <a:off x="2734056" y="3182112"/>
                <a:ext cx="1620000" cy="0"/>
              </a:xfrm>
              <a:prstGeom prst="straightConnector1">
                <a:avLst/>
              </a:prstGeom>
              <a:noFill/>
              <a:ln w="28575" cap="flat" cmpd="sng">
                <a:solidFill>
                  <a:srgbClr val="0059BC"/>
                </a:solidFill>
                <a:prstDash val="solid"/>
                <a:miter lim="800000"/>
                <a:headEnd type="none" w="sm" len="sm"/>
                <a:tailEnd type="none" w="sm" len="sm"/>
              </a:ln>
            </p:spPr>
          </p:cxnSp>
          <p:sp>
            <p:nvSpPr>
              <p:cNvPr id="562" name="Google Shape;562;p21"/>
              <p:cNvSpPr/>
              <p:nvPr/>
            </p:nvSpPr>
            <p:spPr>
              <a:xfrm>
                <a:off x="2596420" y="3113294"/>
                <a:ext cx="137636" cy="137636"/>
              </a:xfrm>
              <a:prstGeom prst="ellipse">
                <a:avLst/>
              </a:prstGeom>
              <a:solidFill>
                <a:srgbClr val="0059BC"/>
              </a:solidFill>
              <a:ln w="12700" cap="flat" cmpd="sng">
                <a:solidFill>
                  <a:srgbClr val="0059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63" name="Google Shape;563;p21"/>
            <p:cNvGrpSpPr/>
            <p:nvPr/>
          </p:nvGrpSpPr>
          <p:grpSpPr>
            <a:xfrm>
              <a:off x="3822724" y="2486456"/>
              <a:ext cx="569388" cy="1823330"/>
              <a:chOff x="3322514" y="2248331"/>
              <a:chExt cx="569388" cy="1823330"/>
            </a:xfrm>
          </p:grpSpPr>
          <p:cxnSp>
            <p:nvCxnSpPr>
              <p:cNvPr id="564" name="Google Shape;564;p21"/>
              <p:cNvCxnSpPr/>
              <p:nvPr/>
            </p:nvCxnSpPr>
            <p:spPr>
              <a:xfrm rot="5400000">
                <a:off x="3157208" y="2698331"/>
                <a:ext cx="900000" cy="0"/>
              </a:xfrm>
              <a:prstGeom prst="straightConnector1">
                <a:avLst/>
              </a:prstGeom>
              <a:noFill/>
              <a:ln w="28575" cap="flat" cmpd="sng">
                <a:solidFill>
                  <a:srgbClr val="0059BC"/>
                </a:solidFill>
                <a:prstDash val="solid"/>
                <a:miter lim="800000"/>
                <a:headEnd type="none" w="sm" len="sm"/>
                <a:tailEnd type="none" w="sm" len="sm"/>
              </a:ln>
            </p:spPr>
          </p:cxnSp>
          <p:sp>
            <p:nvSpPr>
              <p:cNvPr id="565" name="Google Shape;565;p21"/>
              <p:cNvSpPr/>
              <p:nvPr/>
            </p:nvSpPr>
            <p:spPr>
              <a:xfrm>
                <a:off x="3322514" y="3148331"/>
                <a:ext cx="569388"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de-DE" sz="5400" b="0" i="0" u="none" strike="noStrike" cap="none">
                    <a:solidFill>
                      <a:srgbClr val="0059BC"/>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566" name="Google Shape;566;p21"/>
              <p:cNvSpPr/>
              <p:nvPr/>
            </p:nvSpPr>
            <p:spPr>
              <a:xfrm>
                <a:off x="3538390" y="3142803"/>
                <a:ext cx="137636" cy="137636"/>
              </a:xfrm>
              <a:prstGeom prst="ellipse">
                <a:avLst/>
              </a:prstGeom>
              <a:solidFill>
                <a:srgbClr val="0059BC"/>
              </a:solidFill>
              <a:ln w="12700" cap="flat" cmpd="sng">
                <a:solidFill>
                  <a:srgbClr val="0059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grpSp>
        <p:nvGrpSpPr>
          <p:cNvPr id="567" name="Google Shape;567;p21"/>
          <p:cNvGrpSpPr/>
          <p:nvPr/>
        </p:nvGrpSpPr>
        <p:grpSpPr>
          <a:xfrm>
            <a:off x="6668339" y="2347160"/>
            <a:ext cx="1973511" cy="2316629"/>
            <a:chOff x="6972995" y="2348820"/>
            <a:chExt cx="1973511" cy="2316629"/>
          </a:xfrm>
        </p:grpSpPr>
        <p:grpSp>
          <p:nvGrpSpPr>
            <p:cNvPr id="568" name="Google Shape;568;p21"/>
            <p:cNvGrpSpPr/>
            <p:nvPr/>
          </p:nvGrpSpPr>
          <p:grpSpPr>
            <a:xfrm>
              <a:off x="7188870" y="2348820"/>
              <a:ext cx="1757636" cy="137636"/>
              <a:chOff x="2596420" y="3113294"/>
              <a:chExt cx="1757636" cy="137636"/>
            </a:xfrm>
          </p:grpSpPr>
          <p:cxnSp>
            <p:nvCxnSpPr>
              <p:cNvPr id="569" name="Google Shape;569;p21"/>
              <p:cNvCxnSpPr/>
              <p:nvPr/>
            </p:nvCxnSpPr>
            <p:spPr>
              <a:xfrm>
                <a:off x="2734056" y="3182112"/>
                <a:ext cx="1620000" cy="0"/>
              </a:xfrm>
              <a:prstGeom prst="straightConnector1">
                <a:avLst/>
              </a:prstGeom>
              <a:noFill/>
              <a:ln w="28575" cap="flat" cmpd="sng">
                <a:solidFill>
                  <a:srgbClr val="0059BC"/>
                </a:solidFill>
                <a:prstDash val="solid"/>
                <a:miter lim="800000"/>
                <a:headEnd type="none" w="sm" len="sm"/>
                <a:tailEnd type="none" w="sm" len="sm"/>
              </a:ln>
            </p:spPr>
          </p:cxnSp>
          <p:sp>
            <p:nvSpPr>
              <p:cNvPr id="570" name="Google Shape;570;p21"/>
              <p:cNvSpPr/>
              <p:nvPr/>
            </p:nvSpPr>
            <p:spPr>
              <a:xfrm>
                <a:off x="2596420" y="3113294"/>
                <a:ext cx="137636" cy="137636"/>
              </a:xfrm>
              <a:prstGeom prst="ellipse">
                <a:avLst/>
              </a:prstGeom>
              <a:solidFill>
                <a:srgbClr val="0059BC"/>
              </a:solidFill>
              <a:ln w="12700" cap="flat" cmpd="sng">
                <a:solidFill>
                  <a:srgbClr val="0059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71" name="Google Shape;571;p21"/>
            <p:cNvGrpSpPr/>
            <p:nvPr/>
          </p:nvGrpSpPr>
          <p:grpSpPr>
            <a:xfrm>
              <a:off x="6972995" y="2486456"/>
              <a:ext cx="569388" cy="2178993"/>
              <a:chOff x="7722147" y="2248331"/>
              <a:chExt cx="569388" cy="2178993"/>
            </a:xfrm>
          </p:grpSpPr>
          <p:cxnSp>
            <p:nvCxnSpPr>
              <p:cNvPr id="572" name="Google Shape;572;p21"/>
              <p:cNvCxnSpPr/>
              <p:nvPr/>
            </p:nvCxnSpPr>
            <p:spPr>
              <a:xfrm rot="5400000">
                <a:off x="7376840" y="2878331"/>
                <a:ext cx="1260000" cy="0"/>
              </a:xfrm>
              <a:prstGeom prst="straightConnector1">
                <a:avLst/>
              </a:prstGeom>
              <a:noFill/>
              <a:ln w="28575" cap="flat" cmpd="sng">
                <a:solidFill>
                  <a:srgbClr val="0059BC"/>
                </a:solidFill>
                <a:prstDash val="solid"/>
                <a:miter lim="800000"/>
                <a:headEnd type="none" w="sm" len="sm"/>
                <a:tailEnd type="none" w="sm" len="sm"/>
              </a:ln>
            </p:spPr>
          </p:cxnSp>
          <p:sp>
            <p:nvSpPr>
              <p:cNvPr id="573" name="Google Shape;573;p21"/>
              <p:cNvSpPr/>
              <p:nvPr/>
            </p:nvSpPr>
            <p:spPr>
              <a:xfrm>
                <a:off x="7722147" y="3503994"/>
                <a:ext cx="569388"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de-DE" sz="5400" b="0" i="0" u="none" strike="noStrike" cap="none">
                    <a:solidFill>
                      <a:srgbClr val="0059BC"/>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574" name="Google Shape;574;p21"/>
              <p:cNvSpPr/>
              <p:nvPr/>
            </p:nvSpPr>
            <p:spPr>
              <a:xfrm>
                <a:off x="7938022" y="3503993"/>
                <a:ext cx="137636" cy="137636"/>
              </a:xfrm>
              <a:prstGeom prst="ellipse">
                <a:avLst/>
              </a:prstGeom>
              <a:solidFill>
                <a:srgbClr val="0059BC"/>
              </a:solidFill>
              <a:ln w="12700" cap="flat" cmpd="sng">
                <a:solidFill>
                  <a:srgbClr val="0059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grpSp>
        <p:nvGrpSpPr>
          <p:cNvPr id="575" name="Google Shape;575;p21"/>
          <p:cNvGrpSpPr/>
          <p:nvPr/>
        </p:nvGrpSpPr>
        <p:grpSpPr>
          <a:xfrm>
            <a:off x="4913569" y="2347160"/>
            <a:ext cx="1971011" cy="2792148"/>
            <a:chOff x="5400360" y="2348820"/>
            <a:chExt cx="1971011" cy="2792148"/>
          </a:xfrm>
        </p:grpSpPr>
        <p:grpSp>
          <p:nvGrpSpPr>
            <p:cNvPr id="576" name="Google Shape;576;p21"/>
            <p:cNvGrpSpPr/>
            <p:nvPr/>
          </p:nvGrpSpPr>
          <p:grpSpPr>
            <a:xfrm>
              <a:off x="5400360" y="2417638"/>
              <a:ext cx="569388" cy="2723330"/>
              <a:chOff x="5524831" y="2179513"/>
              <a:chExt cx="569388" cy="2723330"/>
            </a:xfrm>
          </p:grpSpPr>
          <p:cxnSp>
            <p:nvCxnSpPr>
              <p:cNvPr id="577" name="Google Shape;577;p21"/>
              <p:cNvCxnSpPr/>
              <p:nvPr/>
            </p:nvCxnSpPr>
            <p:spPr>
              <a:xfrm rot="5400000">
                <a:off x="4907024" y="3079513"/>
                <a:ext cx="1800000" cy="0"/>
              </a:xfrm>
              <a:prstGeom prst="straightConnector1">
                <a:avLst/>
              </a:prstGeom>
              <a:noFill/>
              <a:ln w="28575" cap="flat" cmpd="sng">
                <a:solidFill>
                  <a:srgbClr val="0059BC"/>
                </a:solidFill>
                <a:prstDash val="solid"/>
                <a:miter lim="800000"/>
                <a:headEnd type="none" w="sm" len="sm"/>
                <a:tailEnd type="none" w="sm" len="sm"/>
              </a:ln>
            </p:spPr>
          </p:cxnSp>
          <p:sp>
            <p:nvSpPr>
              <p:cNvPr id="578" name="Google Shape;578;p21"/>
              <p:cNvSpPr/>
              <p:nvPr/>
            </p:nvSpPr>
            <p:spPr>
              <a:xfrm>
                <a:off x="5524831" y="3979513"/>
                <a:ext cx="569388"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de-DE" sz="5400" b="0" i="0" u="none" strike="noStrike" cap="none">
                    <a:solidFill>
                      <a:srgbClr val="0059BC"/>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579" name="Google Shape;579;p21"/>
              <p:cNvSpPr/>
              <p:nvPr/>
            </p:nvSpPr>
            <p:spPr>
              <a:xfrm>
                <a:off x="5738206" y="3979512"/>
                <a:ext cx="137636" cy="137636"/>
              </a:xfrm>
              <a:prstGeom prst="ellipse">
                <a:avLst/>
              </a:prstGeom>
              <a:solidFill>
                <a:srgbClr val="0059BC"/>
              </a:solidFill>
              <a:ln w="12700" cap="flat" cmpd="sng">
                <a:solidFill>
                  <a:srgbClr val="0059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80" name="Google Shape;580;p21"/>
            <p:cNvGrpSpPr/>
            <p:nvPr/>
          </p:nvGrpSpPr>
          <p:grpSpPr>
            <a:xfrm>
              <a:off x="5613735" y="2348820"/>
              <a:ext cx="1757636" cy="137636"/>
              <a:chOff x="2596420" y="3113294"/>
              <a:chExt cx="1757636" cy="137636"/>
            </a:xfrm>
          </p:grpSpPr>
          <p:cxnSp>
            <p:nvCxnSpPr>
              <p:cNvPr id="581" name="Google Shape;581;p21"/>
              <p:cNvCxnSpPr/>
              <p:nvPr/>
            </p:nvCxnSpPr>
            <p:spPr>
              <a:xfrm>
                <a:off x="2734056" y="3182112"/>
                <a:ext cx="1620000" cy="0"/>
              </a:xfrm>
              <a:prstGeom prst="straightConnector1">
                <a:avLst/>
              </a:prstGeom>
              <a:noFill/>
              <a:ln w="28575" cap="flat" cmpd="sng">
                <a:solidFill>
                  <a:srgbClr val="0059BC"/>
                </a:solidFill>
                <a:prstDash val="solid"/>
                <a:miter lim="800000"/>
                <a:headEnd type="none" w="sm" len="sm"/>
                <a:tailEnd type="none" w="sm" len="sm"/>
              </a:ln>
            </p:spPr>
          </p:cxnSp>
          <p:sp>
            <p:nvSpPr>
              <p:cNvPr id="582" name="Google Shape;582;p21"/>
              <p:cNvSpPr/>
              <p:nvPr/>
            </p:nvSpPr>
            <p:spPr>
              <a:xfrm>
                <a:off x="2596420" y="3113294"/>
                <a:ext cx="137636" cy="137636"/>
              </a:xfrm>
              <a:prstGeom prst="ellipse">
                <a:avLst/>
              </a:prstGeom>
              <a:solidFill>
                <a:srgbClr val="0059BC"/>
              </a:solidFill>
              <a:ln w="12700" cap="flat" cmpd="sng">
                <a:solidFill>
                  <a:srgbClr val="0059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sp>
        <p:nvSpPr>
          <p:cNvPr id="583" name="Google Shape;583;p21"/>
          <p:cNvSpPr txBox="1"/>
          <p:nvPr/>
        </p:nvSpPr>
        <p:spPr>
          <a:xfrm>
            <a:off x="5210523" y="2439684"/>
            <a:ext cx="1727745"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de-DE" sz="1800" b="0" i="0" u="none" strike="noStrike" cap="none">
                <a:solidFill>
                  <a:schemeClr val="dk1"/>
                </a:solidFill>
                <a:latin typeface="Arial"/>
                <a:ea typeface="Arial"/>
                <a:cs typeface="Arial"/>
                <a:sym typeface="Arial"/>
              </a:rPr>
              <a:t>Ausführliche Tests mit Echt-Daten</a:t>
            </a:r>
            <a:endParaRPr sz="1400" b="0" i="0" u="none" strike="noStrike" cap="none">
              <a:solidFill>
                <a:srgbClr val="000000"/>
              </a:solidFill>
              <a:latin typeface="Arial"/>
              <a:ea typeface="Arial"/>
              <a:cs typeface="Arial"/>
              <a:sym typeface="Arial"/>
            </a:endParaRPr>
          </a:p>
        </p:txBody>
      </p:sp>
      <p:grpSp>
        <p:nvGrpSpPr>
          <p:cNvPr id="584" name="Google Shape;584;p21"/>
          <p:cNvGrpSpPr/>
          <p:nvPr/>
        </p:nvGrpSpPr>
        <p:grpSpPr>
          <a:xfrm>
            <a:off x="8423109" y="2347160"/>
            <a:ext cx="2113281" cy="1779158"/>
            <a:chOff x="8548129" y="2348820"/>
            <a:chExt cx="2113281" cy="1779158"/>
          </a:xfrm>
        </p:grpSpPr>
        <p:grpSp>
          <p:nvGrpSpPr>
            <p:cNvPr id="585" name="Google Shape;585;p21"/>
            <p:cNvGrpSpPr/>
            <p:nvPr/>
          </p:nvGrpSpPr>
          <p:grpSpPr>
            <a:xfrm>
              <a:off x="8548129" y="2486456"/>
              <a:ext cx="569388" cy="1641522"/>
              <a:chOff x="9919463" y="2248331"/>
              <a:chExt cx="569388" cy="1641522"/>
            </a:xfrm>
          </p:grpSpPr>
          <p:cxnSp>
            <p:nvCxnSpPr>
              <p:cNvPr id="586" name="Google Shape;586;p21"/>
              <p:cNvCxnSpPr/>
              <p:nvPr/>
            </p:nvCxnSpPr>
            <p:spPr>
              <a:xfrm rot="5400000">
                <a:off x="9846656" y="2608331"/>
                <a:ext cx="720000" cy="0"/>
              </a:xfrm>
              <a:prstGeom prst="straightConnector1">
                <a:avLst/>
              </a:prstGeom>
              <a:noFill/>
              <a:ln w="28575" cap="flat" cmpd="sng">
                <a:solidFill>
                  <a:srgbClr val="0059BC"/>
                </a:solidFill>
                <a:prstDash val="solid"/>
                <a:miter lim="800000"/>
                <a:headEnd type="none" w="sm" len="sm"/>
                <a:tailEnd type="none" w="sm" len="sm"/>
              </a:ln>
            </p:spPr>
          </p:cxnSp>
          <p:sp>
            <p:nvSpPr>
              <p:cNvPr id="587" name="Google Shape;587;p21"/>
              <p:cNvSpPr/>
              <p:nvPr/>
            </p:nvSpPr>
            <p:spPr>
              <a:xfrm>
                <a:off x="9919463" y="2966523"/>
                <a:ext cx="569388"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de-DE" sz="5400" b="0" i="0" u="none" strike="noStrike" cap="none">
                    <a:solidFill>
                      <a:srgbClr val="0059BC"/>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588" name="Google Shape;588;p21"/>
              <p:cNvSpPr/>
              <p:nvPr/>
            </p:nvSpPr>
            <p:spPr>
              <a:xfrm>
                <a:off x="10137838" y="2966522"/>
                <a:ext cx="137636" cy="137636"/>
              </a:xfrm>
              <a:prstGeom prst="ellipse">
                <a:avLst/>
              </a:prstGeom>
              <a:solidFill>
                <a:srgbClr val="0059BC"/>
              </a:solidFill>
              <a:ln w="12700" cap="flat" cmpd="sng">
                <a:solidFill>
                  <a:srgbClr val="0059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589" name="Google Shape;589;p21"/>
            <p:cNvGrpSpPr/>
            <p:nvPr/>
          </p:nvGrpSpPr>
          <p:grpSpPr>
            <a:xfrm>
              <a:off x="8766504" y="2348820"/>
              <a:ext cx="1894906" cy="137636"/>
              <a:chOff x="8766504" y="2348820"/>
              <a:chExt cx="1894906" cy="137636"/>
            </a:xfrm>
          </p:grpSpPr>
          <p:sp>
            <p:nvSpPr>
              <p:cNvPr id="590" name="Google Shape;590;p21"/>
              <p:cNvSpPr/>
              <p:nvPr/>
            </p:nvSpPr>
            <p:spPr>
              <a:xfrm>
                <a:off x="8766504" y="2348820"/>
                <a:ext cx="137636" cy="137636"/>
              </a:xfrm>
              <a:prstGeom prst="ellipse">
                <a:avLst/>
              </a:prstGeom>
              <a:solidFill>
                <a:srgbClr val="0059BC"/>
              </a:solidFill>
              <a:ln w="12700" cap="flat" cmpd="sng">
                <a:solidFill>
                  <a:srgbClr val="0059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591" name="Google Shape;591;p21"/>
              <p:cNvGrpSpPr/>
              <p:nvPr/>
            </p:nvGrpSpPr>
            <p:grpSpPr>
              <a:xfrm flipH="1">
                <a:off x="8904139" y="2348820"/>
                <a:ext cx="1757271" cy="137636"/>
                <a:chOff x="3038965" y="3113294"/>
                <a:chExt cx="1757271" cy="137636"/>
              </a:xfrm>
            </p:grpSpPr>
            <p:cxnSp>
              <p:nvCxnSpPr>
                <p:cNvPr id="592" name="Google Shape;592;p21"/>
                <p:cNvCxnSpPr/>
                <p:nvPr/>
              </p:nvCxnSpPr>
              <p:spPr>
                <a:xfrm>
                  <a:off x="3176236" y="3182112"/>
                  <a:ext cx="1620000" cy="0"/>
                </a:xfrm>
                <a:prstGeom prst="straightConnector1">
                  <a:avLst/>
                </a:prstGeom>
                <a:noFill/>
                <a:ln w="28575" cap="flat" cmpd="sng">
                  <a:solidFill>
                    <a:srgbClr val="0059BC"/>
                  </a:solidFill>
                  <a:prstDash val="solid"/>
                  <a:miter lim="800000"/>
                  <a:headEnd type="none" w="sm" len="sm"/>
                  <a:tailEnd type="none" w="sm" len="sm"/>
                </a:ln>
              </p:spPr>
            </p:cxnSp>
            <p:sp>
              <p:nvSpPr>
                <p:cNvPr id="593" name="Google Shape;593;p21"/>
                <p:cNvSpPr/>
                <p:nvPr/>
              </p:nvSpPr>
              <p:spPr>
                <a:xfrm>
                  <a:off x="3038965" y="3113294"/>
                  <a:ext cx="137636" cy="137636"/>
                </a:xfrm>
                <a:prstGeom prst="ellipse">
                  <a:avLst/>
                </a:prstGeom>
                <a:solidFill>
                  <a:srgbClr val="0059BC"/>
                </a:solidFill>
                <a:ln w="12700" cap="flat" cmpd="sng">
                  <a:solidFill>
                    <a:srgbClr val="0059B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grpSp>
      <p:sp>
        <p:nvSpPr>
          <p:cNvPr id="594" name="Google Shape;594;p21"/>
          <p:cNvSpPr txBox="1"/>
          <p:nvPr/>
        </p:nvSpPr>
        <p:spPr>
          <a:xfrm>
            <a:off x="8725064" y="2439685"/>
            <a:ext cx="1742507" cy="646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de-DE" sz="1800" b="0" i="0" u="none" strike="noStrike" cap="none">
                <a:solidFill>
                  <a:schemeClr val="dk1"/>
                </a:solidFill>
                <a:latin typeface="Arial"/>
                <a:ea typeface="Arial"/>
                <a:cs typeface="Arial"/>
                <a:sym typeface="Arial"/>
              </a:rPr>
              <a:t>Landesweite Umsetzung</a:t>
            </a:r>
            <a:endParaRPr sz="1400" b="0" i="0" u="none" strike="noStrike" cap="none">
              <a:solidFill>
                <a:srgbClr val="000000"/>
              </a:solidFill>
              <a:latin typeface="Arial"/>
              <a:ea typeface="Arial"/>
              <a:cs typeface="Arial"/>
              <a:sym typeface="Arial"/>
            </a:endParaRPr>
          </a:p>
        </p:txBody>
      </p:sp>
      <p:sp>
        <p:nvSpPr>
          <p:cNvPr id="595" name="Google Shape;595;p21"/>
          <p:cNvSpPr txBox="1"/>
          <p:nvPr/>
        </p:nvSpPr>
        <p:spPr>
          <a:xfrm>
            <a:off x="0" y="2369694"/>
            <a:ext cx="190122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Ausblick</a:t>
            </a:r>
            <a:r>
              <a:rPr lang="de-DE" sz="2400" b="0" i="0" u="none" strike="noStrike" cap="none">
                <a:solidFill>
                  <a:schemeClr val="lt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9"/>
                                        </p:tgtEl>
                                        <p:attrNameLst>
                                          <p:attrName>style.visibility</p:attrName>
                                        </p:attrNameLst>
                                      </p:cBhvr>
                                      <p:to>
                                        <p:strVal val="visible"/>
                                      </p:to>
                                    </p:set>
                                    <p:animEffect transition="in" filter="fade">
                                      <p:cBhvr>
                                        <p:cTn id="7" dur="500"/>
                                        <p:tgtEl>
                                          <p:spTgt spid="559"/>
                                        </p:tgtEl>
                                      </p:cBhvr>
                                    </p:animEffect>
                                  </p:childTnLst>
                                </p:cTn>
                              </p:par>
                              <p:par>
                                <p:cTn id="8" presetID="10" presetClass="entr" presetSubtype="0" fill="hold" nodeType="withEffect">
                                  <p:stCondLst>
                                    <p:cond delay="0"/>
                                  </p:stCondLst>
                                  <p:childTnLst>
                                    <p:set>
                                      <p:cBhvr>
                                        <p:cTn id="9" dur="1" fill="hold">
                                          <p:stCondLst>
                                            <p:cond delay="0"/>
                                          </p:stCondLst>
                                        </p:cTn>
                                        <p:tgtEl>
                                          <p:spTgt spid="557"/>
                                        </p:tgtEl>
                                        <p:attrNameLst>
                                          <p:attrName>style.visibility</p:attrName>
                                        </p:attrNameLst>
                                      </p:cBhvr>
                                      <p:to>
                                        <p:strVal val="visible"/>
                                      </p:to>
                                    </p:set>
                                    <p:animEffect transition="in" filter="fade">
                                      <p:cBhvr>
                                        <p:cTn id="10" dur="500"/>
                                        <p:tgtEl>
                                          <p:spTgt spid="55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75"/>
                                        </p:tgtEl>
                                        <p:attrNameLst>
                                          <p:attrName>style.visibility</p:attrName>
                                        </p:attrNameLst>
                                      </p:cBhvr>
                                      <p:to>
                                        <p:strVal val="visible"/>
                                      </p:to>
                                    </p:set>
                                    <p:animEffect transition="in" filter="fade">
                                      <p:cBhvr>
                                        <p:cTn id="15" dur="500"/>
                                        <p:tgtEl>
                                          <p:spTgt spid="575"/>
                                        </p:tgtEl>
                                      </p:cBhvr>
                                    </p:animEffect>
                                  </p:childTnLst>
                                </p:cTn>
                              </p:par>
                              <p:par>
                                <p:cTn id="16" presetID="10" presetClass="entr" presetSubtype="0" fill="hold" nodeType="withEffect">
                                  <p:stCondLst>
                                    <p:cond delay="0"/>
                                  </p:stCondLst>
                                  <p:childTnLst>
                                    <p:set>
                                      <p:cBhvr>
                                        <p:cTn id="17" dur="1" fill="hold">
                                          <p:stCondLst>
                                            <p:cond delay="0"/>
                                          </p:stCondLst>
                                        </p:cTn>
                                        <p:tgtEl>
                                          <p:spTgt spid="583"/>
                                        </p:tgtEl>
                                        <p:attrNameLst>
                                          <p:attrName>style.visibility</p:attrName>
                                        </p:attrNameLst>
                                      </p:cBhvr>
                                      <p:to>
                                        <p:strVal val="visible"/>
                                      </p:to>
                                    </p:set>
                                    <p:animEffect transition="in" filter="fade">
                                      <p:cBhvr>
                                        <p:cTn id="18" dur="500"/>
                                        <p:tgtEl>
                                          <p:spTgt spid="58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67"/>
                                        </p:tgtEl>
                                        <p:attrNameLst>
                                          <p:attrName>style.visibility</p:attrName>
                                        </p:attrNameLst>
                                      </p:cBhvr>
                                      <p:to>
                                        <p:strVal val="visible"/>
                                      </p:to>
                                    </p:set>
                                    <p:animEffect transition="in" filter="fade">
                                      <p:cBhvr>
                                        <p:cTn id="23" dur="500"/>
                                        <p:tgtEl>
                                          <p:spTgt spid="567"/>
                                        </p:tgtEl>
                                      </p:cBhvr>
                                    </p:animEffect>
                                  </p:childTnLst>
                                </p:cTn>
                              </p:par>
                              <p:par>
                                <p:cTn id="24" presetID="10" presetClass="entr" presetSubtype="0" fill="hold" nodeType="withEffect">
                                  <p:stCondLst>
                                    <p:cond delay="0"/>
                                  </p:stCondLst>
                                  <p:childTnLst>
                                    <p:set>
                                      <p:cBhvr>
                                        <p:cTn id="25" dur="1" fill="hold">
                                          <p:stCondLst>
                                            <p:cond delay="0"/>
                                          </p:stCondLst>
                                        </p:cTn>
                                        <p:tgtEl>
                                          <p:spTgt spid="558"/>
                                        </p:tgtEl>
                                        <p:attrNameLst>
                                          <p:attrName>style.visibility</p:attrName>
                                        </p:attrNameLst>
                                      </p:cBhvr>
                                      <p:to>
                                        <p:strVal val="visible"/>
                                      </p:to>
                                    </p:set>
                                    <p:animEffect transition="in" filter="fade">
                                      <p:cBhvr>
                                        <p:cTn id="26" dur="500"/>
                                        <p:tgtEl>
                                          <p:spTgt spid="55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84"/>
                                        </p:tgtEl>
                                        <p:attrNameLst>
                                          <p:attrName>style.visibility</p:attrName>
                                        </p:attrNameLst>
                                      </p:cBhvr>
                                      <p:to>
                                        <p:strVal val="visible"/>
                                      </p:to>
                                    </p:set>
                                    <p:animEffect transition="in" filter="fade">
                                      <p:cBhvr>
                                        <p:cTn id="31" dur="500"/>
                                        <p:tgtEl>
                                          <p:spTgt spid="584"/>
                                        </p:tgtEl>
                                      </p:cBhvr>
                                    </p:animEffect>
                                  </p:childTnLst>
                                </p:cTn>
                              </p:par>
                              <p:par>
                                <p:cTn id="32" presetID="10" presetClass="entr" presetSubtype="0" fill="hold" nodeType="withEffect">
                                  <p:stCondLst>
                                    <p:cond delay="0"/>
                                  </p:stCondLst>
                                  <p:childTnLst>
                                    <p:set>
                                      <p:cBhvr>
                                        <p:cTn id="33" dur="1" fill="hold">
                                          <p:stCondLst>
                                            <p:cond delay="0"/>
                                          </p:stCondLst>
                                        </p:cTn>
                                        <p:tgtEl>
                                          <p:spTgt spid="594"/>
                                        </p:tgtEl>
                                        <p:attrNameLst>
                                          <p:attrName>style.visibility</p:attrName>
                                        </p:attrNameLst>
                                      </p:cBhvr>
                                      <p:to>
                                        <p:strVal val="visible"/>
                                      </p:to>
                                    </p:set>
                                    <p:animEffect transition="in" filter="fade">
                                      <p:cBhvr>
                                        <p:cTn id="34" dur="500"/>
                                        <p:tgtEl>
                                          <p:spTgt spid="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11" name="PB">
            <a:extLst>
              <a:ext uri="{FF2B5EF4-FFF2-40B4-BE49-F238E27FC236}">
                <a16:creationId xmlns:a16="http://schemas.microsoft.com/office/drawing/2014/main" id="{23DE49CE-DB14-0B19-F5A6-8E58E26E3F44}"/>
              </a:ext>
            </a:extLst>
          </p:cNvPr>
          <p:cNvSpPr/>
          <p:nvPr/>
        </p:nvSpPr>
        <p:spPr>
          <a:xfrm>
            <a:off x="0" y="6477000"/>
            <a:ext cx="11254154"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0" name="Google Shape;600;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a:t>Quellen</a:t>
            </a:r>
            <a:endParaRPr/>
          </a:p>
        </p:txBody>
      </p:sp>
      <p:sp>
        <p:nvSpPr>
          <p:cNvPr id="601" name="Google Shape;601;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r>
              <a:rPr lang="de-DE"/>
              <a:t>Quellenangaben</a:t>
            </a:r>
            <a:endParaRPr/>
          </a:p>
        </p:txBody>
      </p:sp>
      <p:sp>
        <p:nvSpPr>
          <p:cNvPr id="602" name="Google Shape;602;p22"/>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E8727381-FCF5-4ED2-82D1-5A892EDCDDE9}" type="datetime1">
              <a:rPr lang="de-DE" smtClean="0">
                <a:solidFill>
                  <a:schemeClr val="bg1"/>
                </a:solidFill>
              </a:rPr>
              <a:t>18.05.2026</a:t>
            </a:fld>
            <a:endParaRPr dirty="0">
              <a:solidFill>
                <a:schemeClr val="bg1"/>
              </a:solidFill>
            </a:endParaRPr>
          </a:p>
        </p:txBody>
      </p:sp>
      <p:sp>
        <p:nvSpPr>
          <p:cNvPr id="603" name="Google Shape;603;p22"/>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604" name="Google Shape;604;p22"/>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t>24</a:t>
            </a:fld>
            <a:r>
              <a:rPr lang="de-DE" dirty="0"/>
              <a:t> / 26</a:t>
            </a:r>
            <a:endParaRPr dirty="0"/>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11" name="PB">
            <a:extLst>
              <a:ext uri="{FF2B5EF4-FFF2-40B4-BE49-F238E27FC236}">
                <a16:creationId xmlns:a16="http://schemas.microsoft.com/office/drawing/2014/main" id="{E6010FAE-1DDA-9B51-6E25-5BC33B6F66D1}"/>
              </a:ext>
            </a:extLst>
          </p:cNvPr>
          <p:cNvSpPr/>
          <p:nvPr/>
        </p:nvSpPr>
        <p:spPr>
          <a:xfrm>
            <a:off x="0" y="6477000"/>
            <a:ext cx="11723077"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9" name="Google Shape;609;p23"/>
          <p:cNvSpPr txBox="1">
            <a:spLocks noGrp="1"/>
          </p:cNvSpPr>
          <p:nvPr>
            <p:ph type="title"/>
          </p:nvPr>
        </p:nvSpPr>
        <p:spPr>
          <a:xfrm>
            <a:off x="1964602" y="882032"/>
            <a:ext cx="9389198" cy="8086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de-DE"/>
              <a:t>Quellenangabe</a:t>
            </a:r>
            <a:endParaRPr/>
          </a:p>
        </p:txBody>
      </p:sp>
      <p:sp>
        <p:nvSpPr>
          <p:cNvPr id="610" name="Google Shape;610;p23"/>
          <p:cNvSpPr txBox="1">
            <a:spLocks noGrp="1"/>
          </p:cNvSpPr>
          <p:nvPr>
            <p:ph type="body" idx="1"/>
          </p:nvPr>
        </p:nvSpPr>
        <p:spPr>
          <a:xfrm>
            <a:off x="1964602" y="1825625"/>
            <a:ext cx="10158572" cy="450445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de-DE" u="sng" dirty="0">
                <a:solidFill>
                  <a:schemeClr val="hlink"/>
                </a:solidFill>
                <a:hlinkClick r:id="rId3"/>
              </a:rPr>
              <a:t>https://lbm.rlp.de/</a:t>
            </a:r>
            <a:r>
              <a:rPr lang="de-DE" dirty="0"/>
              <a:t> [Stand: 12.05.2026]</a:t>
            </a:r>
            <a:endParaRPr dirty="0"/>
          </a:p>
          <a:p>
            <a:pPr marL="228600" lvl="0" indent="-228600" algn="l" rtl="0">
              <a:lnSpc>
                <a:spcPct val="90000"/>
              </a:lnSpc>
              <a:spcBef>
                <a:spcPts val="0"/>
              </a:spcBef>
              <a:spcAft>
                <a:spcPts val="0"/>
              </a:spcAft>
              <a:buClr>
                <a:schemeClr val="dk1"/>
              </a:buClr>
              <a:buSzPts val="2800"/>
              <a:buChar char="•"/>
            </a:pPr>
            <a:r>
              <a:rPr lang="de-DE" u="sng" dirty="0">
                <a:solidFill>
                  <a:schemeClr val="hlink"/>
                </a:solidFill>
                <a:hlinkClick r:id="rId4"/>
              </a:rPr>
              <a:t>https://postgresql.org</a:t>
            </a:r>
            <a:r>
              <a:rPr lang="de-DE" dirty="0"/>
              <a:t> [Stand: 12.05.2026]</a:t>
            </a:r>
          </a:p>
          <a:p>
            <a:pPr marL="228600" lvl="0" indent="-228600" algn="l" rtl="0">
              <a:lnSpc>
                <a:spcPct val="90000"/>
              </a:lnSpc>
              <a:spcBef>
                <a:spcPts val="0"/>
              </a:spcBef>
              <a:spcAft>
                <a:spcPts val="0"/>
              </a:spcAft>
              <a:buClr>
                <a:schemeClr val="dk1"/>
              </a:buClr>
              <a:buSzPts val="2800"/>
              <a:buChar char="•"/>
            </a:pPr>
            <a:r>
              <a:rPr lang="de-DE" dirty="0"/>
              <a:t>Icons: </a:t>
            </a:r>
            <a:r>
              <a:rPr lang="de-DE" dirty="0">
                <a:hlinkClick r:id="rId5"/>
              </a:rPr>
              <a:t>https://flaticon.com</a:t>
            </a:r>
            <a:r>
              <a:rPr lang="de-DE" dirty="0"/>
              <a:t> [Stand: 12.05.2026]</a:t>
            </a:r>
            <a:endParaRPr dirty="0"/>
          </a:p>
        </p:txBody>
      </p:sp>
      <p:sp>
        <p:nvSpPr>
          <p:cNvPr id="611" name="Google Shape;611;p23"/>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E64080F7-CB38-4C68-9F5C-5ED158AA133B}" type="datetime1">
              <a:rPr lang="de-DE" smtClean="0">
                <a:solidFill>
                  <a:schemeClr val="bg1"/>
                </a:solidFill>
              </a:rPr>
              <a:t>18.05.2026</a:t>
            </a:fld>
            <a:endParaRPr dirty="0">
              <a:solidFill>
                <a:schemeClr val="bg1"/>
              </a:solidFill>
            </a:endParaRPr>
          </a:p>
        </p:txBody>
      </p:sp>
      <p:sp>
        <p:nvSpPr>
          <p:cNvPr id="612" name="Google Shape;612;p23"/>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613" name="Google Shape;613;p23"/>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00000000-1234-1234-1234-123412341234}" type="slidenum">
              <a:rPr lang="de-DE">
                <a:solidFill>
                  <a:schemeClr val="bg1"/>
                </a:solidFill>
              </a:rPr>
              <a:t>25</a:t>
            </a:fld>
            <a:r>
              <a:rPr lang="de-DE" dirty="0">
                <a:solidFill>
                  <a:schemeClr val="bg1"/>
                </a:solidFill>
              </a:rPr>
              <a:t> /</a:t>
            </a:r>
            <a:r>
              <a:rPr lang="de-DE" dirty="0"/>
              <a:t> 26</a:t>
            </a:r>
            <a:endParaRPr dirty="0"/>
          </a:p>
        </p:txBody>
      </p:sp>
      <p:sp>
        <p:nvSpPr>
          <p:cNvPr id="614" name="Google Shape;614;p23"/>
          <p:cNvSpPr txBox="1"/>
          <p:nvPr/>
        </p:nvSpPr>
        <p:spPr>
          <a:xfrm>
            <a:off x="0" y="2369694"/>
            <a:ext cx="1901228" cy="34163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Einleitung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Planung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Realisierung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0" i="0" u="none" strike="noStrike" cap="none">
                <a:solidFill>
                  <a:schemeClr val="lt1"/>
                </a:solidFill>
                <a:latin typeface="Arial"/>
                <a:ea typeface="Arial"/>
                <a:cs typeface="Arial"/>
                <a:sym typeface="Arial"/>
              </a:rPr>
              <a:t>Ausblick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de-DE" sz="2400" b="1" i="0" u="sng" strike="noStrike" cap="none">
                <a:solidFill>
                  <a:schemeClr val="lt1"/>
                </a:solidFill>
                <a:latin typeface="Arial"/>
                <a:ea typeface="Arial"/>
                <a:cs typeface="Arial"/>
                <a:sym typeface="Arial"/>
              </a:rPr>
              <a:t>Quellen</a:t>
            </a:r>
            <a:endParaRPr sz="1400" b="0" i="0" u="none" strike="noStrike" cap="none">
              <a:solidFill>
                <a:srgbClr val="000000"/>
              </a:solidFill>
              <a:latin typeface="Arial"/>
              <a:ea typeface="Arial"/>
              <a:cs typeface="Arial"/>
              <a:sym typeface="Arial"/>
            </a:endParaRP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11" name="PB">
            <a:extLst>
              <a:ext uri="{FF2B5EF4-FFF2-40B4-BE49-F238E27FC236}">
                <a16:creationId xmlns:a16="http://schemas.microsoft.com/office/drawing/2014/main" id="{09DBA690-9858-9FF3-F928-BF5C14EC49C4}"/>
              </a:ext>
            </a:extLst>
          </p:cNvPr>
          <p:cNvSpPr/>
          <p:nvPr/>
        </p:nvSpPr>
        <p:spPr>
          <a:xfrm>
            <a:off x="0" y="6477000"/>
            <a:ext cx="12192000" cy="381000"/>
          </a:xfrm>
          <a:prstGeom prst="rect">
            <a:avLst/>
          </a:prstGeom>
          <a:solidFill>
            <a:srgbClr val="0059BC"/>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9" name="Google Shape;619;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000"/>
              <a:buFont typeface="Arial"/>
              <a:buNone/>
            </a:pPr>
            <a:r>
              <a:rPr lang="de-DE" dirty="0"/>
              <a:t>Vielen Dank für Ihre Aufmerksamkeit</a:t>
            </a:r>
            <a:endParaRPr dirty="0"/>
          </a:p>
        </p:txBody>
      </p:sp>
      <p:sp>
        <p:nvSpPr>
          <p:cNvPr id="620" name="Google Shape;620;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888888"/>
              </a:buClr>
              <a:buSzPts val="2400"/>
              <a:buNone/>
            </a:pPr>
            <a:r>
              <a:rPr lang="de-DE"/>
              <a:t>Noch Fragen?</a:t>
            </a:r>
            <a:endParaRPr/>
          </a:p>
        </p:txBody>
      </p:sp>
      <p:sp>
        <p:nvSpPr>
          <p:cNvPr id="621" name="Google Shape;621;p24"/>
          <p:cNvSpPr txBox="1">
            <a:spLocks noGrp="1"/>
          </p:cNvSpPr>
          <p:nvPr>
            <p:ph type="dt" idx="10"/>
          </p:nvPr>
        </p:nvSpPr>
        <p:spPr>
          <a:xfrm>
            <a:off x="207024" y="6485822"/>
            <a:ext cx="27432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fld id="{8A4FEAA9-09BA-4FDA-9310-B3DE5B42A2B9}" type="datetime1">
              <a:rPr lang="de-DE" smtClean="0">
                <a:solidFill>
                  <a:schemeClr val="bg1"/>
                </a:solidFill>
              </a:rPr>
              <a:t>18.05.2026</a:t>
            </a:fld>
            <a:endParaRPr dirty="0">
              <a:solidFill>
                <a:schemeClr val="bg1"/>
              </a:solidFill>
            </a:endParaRPr>
          </a:p>
        </p:txBody>
      </p:sp>
      <p:sp>
        <p:nvSpPr>
          <p:cNvPr id="622" name="Google Shape;622;p24"/>
          <p:cNvSpPr txBox="1">
            <a:spLocks noGrp="1"/>
          </p:cNvSpPr>
          <p:nvPr>
            <p:ph type="ftr" idx="11"/>
          </p:nvPr>
        </p:nvSpPr>
        <p:spPr>
          <a:xfrm>
            <a:off x="4038600" y="6485822"/>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de-DE" dirty="0">
                <a:solidFill>
                  <a:schemeClr val="bg1"/>
                </a:solidFill>
              </a:rPr>
              <a:t>Timo Funk</a:t>
            </a:r>
            <a:endParaRPr dirty="0">
              <a:solidFill>
                <a:schemeClr val="bg1"/>
              </a:solidFill>
            </a:endParaRPr>
          </a:p>
        </p:txBody>
      </p:sp>
      <p:sp>
        <p:nvSpPr>
          <p:cNvPr id="623" name="Google Shape;623;p24"/>
          <p:cNvSpPr txBox="1">
            <a:spLocks noGrp="1"/>
          </p:cNvSpPr>
          <p:nvPr>
            <p:ph type="sldNum" idx="12"/>
          </p:nvPr>
        </p:nvSpPr>
        <p:spPr>
          <a:xfrm>
            <a:off x="9241776" y="6485822"/>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600"/>
              <a:buNone/>
            </a:pPr>
            <a:fld id="{90B74A63-4592-4536-BAC4-989071201C77}" type="slidenum">
              <a:rPr lang="de-DE" smtClean="0">
                <a:solidFill>
                  <a:schemeClr val="bg1"/>
                </a:solidFill>
              </a:rPr>
              <a:t>26</a:t>
            </a:fld>
            <a:r>
              <a:rPr lang="de-DE" dirty="0">
                <a:solidFill>
                  <a:schemeClr val="bg1"/>
                </a:solidFill>
              </a:rPr>
              <a:t> / </a:t>
            </a:r>
            <a:fld id="{BC104BFC-E499-4D4E-88B4-4BE170055BE5}" type="slidenum">
              <a:rPr lang="de-DE" smtClean="0">
                <a:solidFill>
                  <a:schemeClr val="bg1"/>
                </a:solidFill>
              </a:rPr>
              <a:t>26</a:t>
            </a:fld>
            <a:endParaRPr dirty="0">
              <a:solidFill>
                <a:schemeClr val="bg1"/>
              </a:solidFill>
            </a:endParaRPr>
          </a:p>
        </p:txBody>
      </p:sp>
    </p:spTree>
  </p:cSld>
  <p:clrMapOvr>
    <a:masterClrMapping/>
  </p:clrMapOvr>
  <p:transition spd="slow">
    <p:push/>
  </p:transition>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1119</Words>
  <Application>Microsoft Office PowerPoint</Application>
  <PresentationFormat>Breitbild</PresentationFormat>
  <Paragraphs>466</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2</vt:i4>
      </vt:variant>
      <vt:variant>
        <vt:lpstr>Folientitel</vt:lpstr>
      </vt:variant>
      <vt:variant>
        <vt:i4>26</vt:i4>
      </vt:variant>
    </vt:vector>
  </HeadingPairs>
  <TitlesOfParts>
    <vt:vector size="32" baseType="lpstr">
      <vt:lpstr>Arial</vt:lpstr>
      <vt:lpstr>Calibri</vt:lpstr>
      <vt:lpstr>Calibri Light</vt:lpstr>
      <vt:lpstr>Noto Sans Symbols</vt:lpstr>
      <vt:lpstr>Office</vt:lpstr>
      <vt:lpstr>1_Office</vt:lpstr>
      <vt:lpstr>Neuentwicklung der Software SaS2</vt:lpstr>
      <vt:lpstr>Agenda</vt:lpstr>
      <vt:lpstr>Einleitung</vt:lpstr>
      <vt:lpstr>Unternehmen</vt:lpstr>
      <vt:lpstr>Standorte</vt:lpstr>
      <vt:lpstr>Projektumfeld</vt:lpstr>
      <vt:lpstr>Planung</vt:lpstr>
      <vt:lpstr>Ist-Analyse</vt:lpstr>
      <vt:lpstr>Problemdarstellung</vt:lpstr>
      <vt:lpstr>Anforderungen</vt:lpstr>
      <vt:lpstr>Soll-Konzept</vt:lpstr>
      <vt:lpstr>Realisierung</vt:lpstr>
      <vt:lpstr>Projektverlauf</vt:lpstr>
      <vt:lpstr>Erstellung der Datenbank</vt:lpstr>
      <vt:lpstr>Erstellung der Login-Seite</vt:lpstr>
      <vt:lpstr>Anbindung an AD</vt:lpstr>
      <vt:lpstr>Erstellung eines Schadenfalls</vt:lpstr>
      <vt:lpstr>Abschließen eines Schadenfalls</vt:lpstr>
      <vt:lpstr>Abschließen eines Schadenfalls</vt:lpstr>
      <vt:lpstr>Live-Demo</vt:lpstr>
      <vt:lpstr>Ausblick</vt:lpstr>
      <vt:lpstr>Fazit</vt:lpstr>
      <vt:lpstr>Geplante Maßnahmen</vt:lpstr>
      <vt:lpstr>Quellen</vt:lpstr>
      <vt:lpstr>Quellenangabe</vt:lpstr>
      <vt:lpstr>Vielen Dank für Ihre Aufmerksamkeit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Beuke, Hendrik (LBM Zentrale)</dc:creator>
  <cp:lastModifiedBy>Funk, Timo (LBM Zentrale)</cp:lastModifiedBy>
  <cp:revision>7</cp:revision>
  <dcterms:created xsi:type="dcterms:W3CDTF">2020-12-16T14:07:17Z</dcterms:created>
  <dcterms:modified xsi:type="dcterms:W3CDTF">2026-05-18T10:36:03Z</dcterms:modified>
</cp:coreProperties>
</file>